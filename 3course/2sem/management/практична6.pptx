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и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F6D006-FBC8-40AC-8D6F-03D8636B9F6B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і вертикальни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853161-1894-47DD-885F-C61B14B77CA4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ий заголовок і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83CA75-40ED-4316-84A9-E5CD341C980F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Назва та вмі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8EFD54-C507-4ED5-A49A-EC64A22B2AD9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Назва розділ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5F6FAB-A0A2-4DAA-A201-730FC6347D3A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’єкт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032B96-3156-42C7-8C17-18D5189A4A3E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рівняння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B7C1B8-5F5C-42A7-8B41-C1B74513F0E6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Лише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2E6FA2-89B3-4282-A8B5-B15626430825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и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8464F6-97C5-46A4-B0B6-5F88AC362478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міст і підпи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279AA3-45DD-4033-9DD4-5CAFF73F089E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і підпи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E227EC-C2D5-4704-AE9E-432D420FF56B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ЗАДАЧІ ДО ПРАКТИЧНОЇ 6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ЗАДАЧА1 (дз)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3" name="Місце для вмісту 3"/>
          <p:cNvPicPr/>
          <p:nvPr/>
        </p:nvPicPr>
        <p:blipFill>
          <a:blip r:embed="rId1"/>
          <a:stretch/>
        </p:blipFill>
        <p:spPr>
          <a:xfrm>
            <a:off x="1781280" y="1319760"/>
            <a:ext cx="816768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Місце для вмісту 6"/>
          <p:cNvPicPr/>
          <p:nvPr/>
        </p:nvPicPr>
        <p:blipFill>
          <a:blip r:embed="rId1"/>
          <a:stretch/>
        </p:blipFill>
        <p:spPr>
          <a:xfrm>
            <a:off x="2601000" y="666000"/>
            <a:ext cx="6302880" cy="206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Рисунок 7"/>
          <p:cNvPicPr/>
          <p:nvPr/>
        </p:nvPicPr>
        <p:blipFill>
          <a:blip r:embed="rId2"/>
          <a:stretch/>
        </p:blipFill>
        <p:spPr>
          <a:xfrm>
            <a:off x="3028320" y="2649600"/>
            <a:ext cx="5760360" cy="392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Задача 2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7" name="Місце для вмісту 3"/>
          <p:cNvPicPr/>
          <p:nvPr/>
        </p:nvPicPr>
        <p:blipFill>
          <a:blip r:embed="rId1"/>
          <a:stretch/>
        </p:blipFill>
        <p:spPr>
          <a:xfrm>
            <a:off x="2468160" y="1690560"/>
            <a:ext cx="6706440" cy="4485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Місце для вмісту 3"/>
          <p:cNvPicPr/>
          <p:nvPr/>
        </p:nvPicPr>
        <p:blipFill>
          <a:blip r:embed="rId1"/>
          <a:stretch/>
        </p:blipFill>
        <p:spPr>
          <a:xfrm>
            <a:off x="1056600" y="896760"/>
            <a:ext cx="9676440" cy="5521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LibreOffice/25.8.4.2$Linux_X86_64 LibreOffice_project/580$Build-2</Application>
  <AppVersion>15.0000</AppVersion>
  <Words>10</Words>
  <Paragraphs>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2025-04-22T12:37:17Z</dcterms:created>
  <dc:creator>Olena Korchynska</dc:creator>
  <dc:description/>
  <dc:language>en-US</dc:language>
  <cp:lastModifiedBy>Olena Korchynska</cp:lastModifiedBy>
  <dcterms:modified xsi:type="dcterms:W3CDTF">2025-04-22T12:41:03Z</dcterms:modified>
  <cp:revision>3</cp:revision>
  <dc:subject/>
  <dc:title>ЗАДАЧІ ДО ПРАКТИЧНОЇ 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Широкий екран</vt:lpwstr>
  </property>
  <property fmtid="{D5CDD505-2E9C-101B-9397-08002B2CF9AE}" pid="3" name="Slides">
    <vt:r8>5</vt:r8>
  </property>
</Properties>
</file>