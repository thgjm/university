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CC8C83-00B6-4ECB-9BF7-ACD5C0C2578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430205-681A-4215-86C6-5A3D0EAF9BC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2EDC1-71CF-4718-B5EA-5D1CB3165937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F3CA4D-5FE7-4306-AC73-837F64EF4E15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82479-005B-4D9E-9A8C-078DA322F76D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2C5ECF-E14D-4254-92BE-76F70D51F28F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270D54-07AB-4346-98A3-DA3D5E6C3BA7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9D31D4-360E-46B6-99FB-2F25FA6B8ED2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DAED1-0030-49F3-9D96-8BD4C4B5B5C1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E25EBE-55E1-48CD-B59E-DB3A6616F584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9526B-A61F-4C99-BFC7-FA97499A36FB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ПРАКТИЧНЕ ЗАНЯТТЯ 2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БАЛАНСОВИЙ МЕТОД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Місце для вмісту 5"/>
          <p:cNvPicPr/>
          <p:nvPr/>
        </p:nvPicPr>
        <p:blipFill>
          <a:blip r:embed="rId1"/>
          <a:stretch/>
        </p:blipFill>
        <p:spPr>
          <a:xfrm>
            <a:off x="1429200" y="0"/>
            <a:ext cx="7882920" cy="669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Місце для вмісту 5"/>
          <p:cNvPicPr/>
          <p:nvPr/>
        </p:nvPicPr>
        <p:blipFill>
          <a:blip r:embed="rId1"/>
          <a:stretch/>
        </p:blipFill>
        <p:spPr>
          <a:xfrm>
            <a:off x="1802160" y="559440"/>
            <a:ext cx="8246880" cy="171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Рисунок 6"/>
          <p:cNvPicPr/>
          <p:nvPr/>
        </p:nvPicPr>
        <p:blipFill>
          <a:blip r:embed="rId2"/>
          <a:stretch/>
        </p:blipFill>
        <p:spPr>
          <a:xfrm>
            <a:off x="1802160" y="2272680"/>
            <a:ext cx="8587440" cy="429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Місце для вмісту 5"/>
          <p:cNvPicPr/>
          <p:nvPr/>
        </p:nvPicPr>
        <p:blipFill>
          <a:blip r:embed="rId1"/>
          <a:stretch/>
        </p:blipFill>
        <p:spPr>
          <a:xfrm>
            <a:off x="1684440" y="497160"/>
            <a:ext cx="8440200" cy="397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Місце для вмісту 4"/>
          <p:cNvPicPr/>
          <p:nvPr/>
        </p:nvPicPr>
        <p:blipFill>
          <a:blip r:embed="rId1"/>
          <a:stretch/>
        </p:blipFill>
        <p:spPr>
          <a:xfrm>
            <a:off x="1136520" y="406800"/>
            <a:ext cx="9915840" cy="58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Місце для вмісту 4"/>
          <p:cNvPicPr/>
          <p:nvPr/>
        </p:nvPicPr>
        <p:blipFill>
          <a:blip r:embed="rId1"/>
          <a:stretch/>
        </p:blipFill>
        <p:spPr>
          <a:xfrm>
            <a:off x="2370240" y="225720"/>
            <a:ext cx="6045480" cy="272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Рисунок 6"/>
          <p:cNvPicPr/>
          <p:nvPr/>
        </p:nvPicPr>
        <p:blipFill>
          <a:blip r:embed="rId2"/>
          <a:stretch/>
        </p:blipFill>
        <p:spPr>
          <a:xfrm>
            <a:off x="3124800" y="3081240"/>
            <a:ext cx="5370480" cy="233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Рисунок 8"/>
          <p:cNvPicPr/>
          <p:nvPr/>
        </p:nvPicPr>
        <p:blipFill>
          <a:blip r:embed="rId3"/>
          <a:stretch/>
        </p:blipFill>
        <p:spPr>
          <a:xfrm>
            <a:off x="3471120" y="4741200"/>
            <a:ext cx="4358520" cy="111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Місце для вмісту 4"/>
          <p:cNvPicPr/>
          <p:nvPr/>
        </p:nvPicPr>
        <p:blipFill>
          <a:blip r:embed="rId1"/>
          <a:stretch/>
        </p:blipFill>
        <p:spPr>
          <a:xfrm>
            <a:off x="784080" y="683640"/>
            <a:ext cx="11113200" cy="28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Місце для вмісту 3"/>
          <p:cNvPicPr/>
          <p:nvPr/>
        </p:nvPicPr>
        <p:blipFill>
          <a:blip r:embed="rId1"/>
          <a:stretch/>
        </p:blipFill>
        <p:spPr>
          <a:xfrm>
            <a:off x="994320" y="621360"/>
            <a:ext cx="9525240" cy="571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Місце для вмісту 3"/>
          <p:cNvPicPr/>
          <p:nvPr/>
        </p:nvPicPr>
        <p:blipFill>
          <a:blip r:embed="rId1"/>
          <a:stretch/>
        </p:blipFill>
        <p:spPr>
          <a:xfrm>
            <a:off x="1491480" y="594720"/>
            <a:ext cx="8815320" cy="577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Місце для вмісту 4"/>
          <p:cNvPicPr/>
          <p:nvPr/>
        </p:nvPicPr>
        <p:blipFill>
          <a:blip r:embed="rId1"/>
          <a:stretch/>
        </p:blipFill>
        <p:spPr>
          <a:xfrm>
            <a:off x="949320" y="331560"/>
            <a:ext cx="9907920" cy="226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Рисунок 6"/>
          <p:cNvPicPr/>
          <p:nvPr/>
        </p:nvPicPr>
        <p:blipFill>
          <a:blip r:embed="rId2"/>
          <a:stretch/>
        </p:blipFill>
        <p:spPr>
          <a:xfrm>
            <a:off x="1642320" y="3113280"/>
            <a:ext cx="7560000" cy="99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Місце для вмісту 4"/>
          <p:cNvPicPr/>
          <p:nvPr/>
        </p:nvPicPr>
        <p:blipFill>
          <a:blip r:embed="rId1"/>
          <a:stretch/>
        </p:blipFill>
        <p:spPr>
          <a:xfrm>
            <a:off x="805680" y="572760"/>
            <a:ext cx="10006920" cy="560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Місце для вмісту 4"/>
          <p:cNvPicPr/>
          <p:nvPr/>
        </p:nvPicPr>
        <p:blipFill>
          <a:blip r:embed="rId1"/>
          <a:stretch/>
        </p:blipFill>
        <p:spPr>
          <a:xfrm>
            <a:off x="972720" y="488160"/>
            <a:ext cx="10674720" cy="521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Місце для вмісту 4"/>
          <p:cNvPicPr/>
          <p:nvPr/>
        </p:nvPicPr>
        <p:blipFill>
          <a:blip r:embed="rId1"/>
          <a:stretch/>
        </p:blipFill>
        <p:spPr>
          <a:xfrm>
            <a:off x="215640" y="603720"/>
            <a:ext cx="11760480" cy="339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Місце для вмісту 3"/>
          <p:cNvPicPr/>
          <p:nvPr/>
        </p:nvPicPr>
        <p:blipFill>
          <a:blip r:embed="rId1"/>
          <a:stretch/>
        </p:blipFill>
        <p:spPr>
          <a:xfrm>
            <a:off x="363960" y="568080"/>
            <a:ext cx="11025720" cy="560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Місце для вмісту 3"/>
          <p:cNvPicPr/>
          <p:nvPr/>
        </p:nvPicPr>
        <p:blipFill>
          <a:blip r:embed="rId1"/>
          <a:stretch/>
        </p:blipFill>
        <p:spPr>
          <a:xfrm>
            <a:off x="1109880" y="337320"/>
            <a:ext cx="9383400" cy="610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Місце для вмісту 3"/>
          <p:cNvPicPr/>
          <p:nvPr/>
        </p:nvPicPr>
        <p:blipFill>
          <a:blip r:embed="rId1"/>
          <a:stretch/>
        </p:blipFill>
        <p:spPr>
          <a:xfrm>
            <a:off x="1047600" y="763560"/>
            <a:ext cx="9489960" cy="541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Місце для вмісту 3"/>
          <p:cNvPicPr/>
          <p:nvPr/>
        </p:nvPicPr>
        <p:blipFill>
          <a:blip r:embed="rId1"/>
          <a:stretch/>
        </p:blipFill>
        <p:spPr>
          <a:xfrm>
            <a:off x="1056600" y="736920"/>
            <a:ext cx="10297800" cy="447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Місце для вмісту 3"/>
          <p:cNvPicPr/>
          <p:nvPr/>
        </p:nvPicPr>
        <p:blipFill>
          <a:blip r:embed="rId1"/>
          <a:stretch/>
        </p:blipFill>
        <p:spPr>
          <a:xfrm>
            <a:off x="772200" y="337320"/>
            <a:ext cx="10244520" cy="583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Місце для вмісту 3"/>
          <p:cNvPicPr/>
          <p:nvPr/>
        </p:nvPicPr>
        <p:blipFill>
          <a:blip r:embed="rId1"/>
          <a:stretch/>
        </p:blipFill>
        <p:spPr>
          <a:xfrm>
            <a:off x="745560" y="852120"/>
            <a:ext cx="10422000" cy="549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ВИСНОВОК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Рисунок 4"/>
          <p:cNvPicPr/>
          <p:nvPr/>
        </p:nvPicPr>
        <p:blipFill>
          <a:blip r:embed="rId1"/>
          <a:stretch/>
        </p:blipFill>
        <p:spPr>
          <a:xfrm>
            <a:off x="580680" y="2814120"/>
            <a:ext cx="11030400" cy="45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399600" y="390600"/>
            <a:ext cx="11300760" cy="62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ctr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Умова задачі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IT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-компанія 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TechSoft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розробляє три види програмного забезпечення: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(Мобільні додатки)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 (Веб-платформи)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 (Хмарні серверні рішення)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Взаємозалежність між продуктами: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Кожен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мобільний додаток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потребує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0.5 веб-платформи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Кожна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веб-платформа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використовує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0.3 хмарного рішення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Кожне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хмарне рішення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потребує 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0.2 веб-платформи (</a:t>
            </a: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Замовлення від клієнтів: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120 мобільних додатків (A)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80 веб-платформ (B)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lang="pl-PL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60 хмарних рішень (C)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45720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45720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45720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45720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Місце для вмісту 4"/>
          <p:cNvPicPr/>
          <p:nvPr/>
        </p:nvPicPr>
        <p:blipFill>
          <a:blip r:embed="rId1"/>
          <a:stretch/>
        </p:blipFill>
        <p:spPr>
          <a:xfrm>
            <a:off x="93960" y="417960"/>
            <a:ext cx="11038320" cy="575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Місце для вмісту 3"/>
          <p:cNvPicPr/>
          <p:nvPr/>
        </p:nvPicPr>
        <p:blipFill>
          <a:blip r:embed="rId1"/>
          <a:stretch/>
        </p:blipFill>
        <p:spPr>
          <a:xfrm>
            <a:off x="1411560" y="772200"/>
            <a:ext cx="9196920" cy="540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Місце для вмісту 3"/>
          <p:cNvPicPr/>
          <p:nvPr/>
        </p:nvPicPr>
        <p:blipFill>
          <a:blip r:embed="rId1"/>
          <a:stretch/>
        </p:blipFill>
        <p:spPr>
          <a:xfrm>
            <a:off x="878760" y="621360"/>
            <a:ext cx="9738360" cy="579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Місце для вмісту 3"/>
          <p:cNvPicPr/>
          <p:nvPr/>
        </p:nvPicPr>
        <p:blipFill>
          <a:blip r:embed="rId1"/>
          <a:stretch/>
        </p:blipFill>
        <p:spPr>
          <a:xfrm>
            <a:off x="736920" y="1509120"/>
            <a:ext cx="10422000" cy="435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Місце для вмісту 3"/>
          <p:cNvPicPr/>
          <p:nvPr/>
        </p:nvPicPr>
        <p:blipFill>
          <a:blip r:embed="rId1"/>
          <a:stretch/>
        </p:blipFill>
        <p:spPr>
          <a:xfrm>
            <a:off x="434880" y="577080"/>
            <a:ext cx="11132280" cy="496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Місце для вмісту 3"/>
          <p:cNvPicPr/>
          <p:nvPr/>
        </p:nvPicPr>
        <p:blipFill>
          <a:blip r:embed="rId1"/>
          <a:stretch/>
        </p:blipFill>
        <p:spPr>
          <a:xfrm>
            <a:off x="1182600" y="419040"/>
            <a:ext cx="9134280" cy="300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Рисунок 4"/>
          <p:cNvPicPr/>
          <p:nvPr/>
        </p:nvPicPr>
        <p:blipFill>
          <a:blip r:embed="rId2"/>
          <a:stretch/>
        </p:blipFill>
        <p:spPr>
          <a:xfrm>
            <a:off x="1997640" y="3364560"/>
            <a:ext cx="8166960" cy="341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Місце для вмісту 4"/>
          <p:cNvPicPr/>
          <p:nvPr/>
        </p:nvPicPr>
        <p:blipFill>
          <a:blip r:embed="rId1"/>
          <a:stretch/>
        </p:blipFill>
        <p:spPr>
          <a:xfrm>
            <a:off x="125640" y="1091880"/>
            <a:ext cx="12065760" cy="445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Рисунок 6"/>
          <p:cNvPicPr/>
          <p:nvPr/>
        </p:nvPicPr>
        <p:blipFill>
          <a:blip r:embed="rId2"/>
          <a:stretch/>
        </p:blipFill>
        <p:spPr>
          <a:xfrm>
            <a:off x="2467080" y="5546160"/>
            <a:ext cx="6825600" cy="105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Місце для вмісту 4"/>
          <p:cNvPicPr/>
          <p:nvPr/>
        </p:nvPicPr>
        <p:blipFill>
          <a:blip r:embed="rId1"/>
          <a:stretch/>
        </p:blipFill>
        <p:spPr>
          <a:xfrm>
            <a:off x="1900080" y="551880"/>
            <a:ext cx="8157960" cy="408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Місце для вмісту 4"/>
          <p:cNvPicPr/>
          <p:nvPr/>
        </p:nvPicPr>
        <p:blipFill>
          <a:blip r:embed="rId1"/>
          <a:stretch/>
        </p:blipFill>
        <p:spPr>
          <a:xfrm>
            <a:off x="959760" y="426240"/>
            <a:ext cx="9000000" cy="332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Місце для вмісту 4"/>
          <p:cNvPicPr/>
          <p:nvPr/>
        </p:nvPicPr>
        <p:blipFill>
          <a:blip r:embed="rId1"/>
          <a:stretch/>
        </p:blipFill>
        <p:spPr>
          <a:xfrm>
            <a:off x="1977120" y="686520"/>
            <a:ext cx="5343120" cy="15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6"/>
          <p:cNvPicPr/>
          <p:nvPr/>
        </p:nvPicPr>
        <p:blipFill>
          <a:blip r:embed="rId2"/>
          <a:stretch/>
        </p:blipFill>
        <p:spPr>
          <a:xfrm>
            <a:off x="1024920" y="2814480"/>
            <a:ext cx="9694080" cy="324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Місце для вмісту 4"/>
          <p:cNvPicPr/>
          <p:nvPr/>
        </p:nvPicPr>
        <p:blipFill>
          <a:blip r:embed="rId1"/>
          <a:stretch/>
        </p:blipFill>
        <p:spPr>
          <a:xfrm>
            <a:off x="2849040" y="550800"/>
            <a:ext cx="528588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Рисунок 6"/>
          <p:cNvPicPr/>
          <p:nvPr/>
        </p:nvPicPr>
        <p:blipFill>
          <a:blip r:embed="rId2"/>
          <a:stretch/>
        </p:blipFill>
        <p:spPr>
          <a:xfrm>
            <a:off x="480240" y="1367280"/>
            <a:ext cx="11388960" cy="259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Рисунок 8"/>
          <p:cNvPicPr/>
          <p:nvPr/>
        </p:nvPicPr>
        <p:blipFill>
          <a:blip r:embed="rId3"/>
          <a:stretch/>
        </p:blipFill>
        <p:spPr>
          <a:xfrm>
            <a:off x="4019760" y="3967560"/>
            <a:ext cx="2714400" cy="5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Рисунок 10"/>
          <p:cNvPicPr/>
          <p:nvPr/>
        </p:nvPicPr>
        <p:blipFill>
          <a:blip r:embed="rId4"/>
          <a:stretch/>
        </p:blipFill>
        <p:spPr>
          <a:xfrm>
            <a:off x="3173040" y="4734720"/>
            <a:ext cx="4638240" cy="79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Місце для вмісту 4"/>
          <p:cNvPicPr/>
          <p:nvPr/>
        </p:nvPicPr>
        <p:blipFill>
          <a:blip r:embed="rId1"/>
          <a:stretch/>
        </p:blipFill>
        <p:spPr>
          <a:xfrm>
            <a:off x="326160" y="1047600"/>
            <a:ext cx="11865600" cy="428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Місце для вмісту 6"/>
          <p:cNvPicPr/>
          <p:nvPr/>
        </p:nvPicPr>
        <p:blipFill>
          <a:blip r:embed="rId1"/>
          <a:stretch/>
        </p:blipFill>
        <p:spPr>
          <a:xfrm>
            <a:off x="1593720" y="1825560"/>
            <a:ext cx="900396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Рисунок 4"/>
          <p:cNvPicPr/>
          <p:nvPr/>
        </p:nvPicPr>
        <p:blipFill>
          <a:blip r:embed="rId2"/>
          <a:stretch/>
        </p:blipFill>
        <p:spPr>
          <a:xfrm>
            <a:off x="2855160" y="484200"/>
            <a:ext cx="4847760" cy="1752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ЗАДАЧ</a:t>
            </a: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І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Місце для вмісту 4"/>
          <p:cNvPicPr/>
          <p:nvPr/>
        </p:nvPicPr>
        <p:blipFill>
          <a:blip r:embed="rId1"/>
          <a:stretch/>
        </p:blipFill>
        <p:spPr>
          <a:xfrm>
            <a:off x="1850400" y="195480"/>
            <a:ext cx="7721280" cy="452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Рисунок 6"/>
          <p:cNvPicPr/>
          <p:nvPr/>
        </p:nvPicPr>
        <p:blipFill>
          <a:blip r:embed="rId2"/>
          <a:stretch/>
        </p:blipFill>
        <p:spPr>
          <a:xfrm>
            <a:off x="1571400" y="4609800"/>
            <a:ext cx="9046080" cy="224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586080" y="310680"/>
            <a:ext cx="10554480" cy="45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Місце для вмісту 4"/>
          <p:cNvPicPr/>
          <p:nvPr/>
        </p:nvPicPr>
        <p:blipFill>
          <a:blip r:embed="rId1"/>
          <a:stretch/>
        </p:blipFill>
        <p:spPr>
          <a:xfrm>
            <a:off x="2161440" y="83160"/>
            <a:ext cx="719388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Рисунок 5"/>
          <p:cNvPicPr/>
          <p:nvPr/>
        </p:nvPicPr>
        <p:blipFill>
          <a:blip r:embed="rId2"/>
          <a:stretch/>
        </p:blipFill>
        <p:spPr>
          <a:xfrm>
            <a:off x="1837800" y="4434480"/>
            <a:ext cx="8977320" cy="2207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Місце для вмісту 4"/>
          <p:cNvPicPr/>
          <p:nvPr/>
        </p:nvPicPr>
        <p:blipFill>
          <a:blip r:embed="rId1"/>
          <a:stretch/>
        </p:blipFill>
        <p:spPr>
          <a:xfrm>
            <a:off x="2045520" y="227520"/>
            <a:ext cx="747936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Рисунок 6"/>
          <p:cNvPicPr/>
          <p:nvPr/>
        </p:nvPicPr>
        <p:blipFill>
          <a:blip r:embed="rId2"/>
          <a:stretch/>
        </p:blipFill>
        <p:spPr>
          <a:xfrm>
            <a:off x="1453320" y="4578840"/>
            <a:ext cx="9781920" cy="22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2450</TotalTime>
  <Application>LibreOffice/25.8.4.2$Linux_X86_64 LibreOffice_project/580$Build-2</Application>
  <AppVersion>15.0000</AppVersion>
  <Words>95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2025-03-08T17:06:37Z</dcterms:created>
  <dc:creator>Olena Korchynska</dc:creator>
  <dc:description/>
  <dc:language>en-US</dc:language>
  <cp:lastModifiedBy>Olena Korchynska</cp:lastModifiedBy>
  <dcterms:modified xsi:type="dcterms:W3CDTF">2026-03-23T08:04:56Z</dcterms:modified>
  <cp:revision>65</cp:revision>
  <dc:subject/>
  <dc:title>Презентація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38</vt:r8>
  </property>
</Properties>
</file>