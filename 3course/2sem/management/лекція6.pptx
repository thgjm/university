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2" name="Group 22"/>
          <p:cNvGrpSpPr/>
          <p:nvPr/>
        </p:nvGrpSpPr>
        <p:grpSpPr>
          <a:xfrm>
            <a:off x="0" y="228600"/>
            <a:ext cx="2851200" cy="6638400"/>
            <a:chOff x="0" y="228600"/>
            <a:chExt cx="2851200" cy="6638400"/>
          </a:xfrm>
        </p:grpSpPr>
        <p:sp>
          <p:nvSpPr>
            <p:cNvPr id="3"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15" name="Group 9"/>
          <p:cNvGrpSpPr/>
          <p:nvPr/>
        </p:nvGrpSpPr>
        <p:grpSpPr>
          <a:xfrm>
            <a:off x="27360" y="0"/>
            <a:ext cx="2356200" cy="6852960"/>
            <a:chOff x="27360" y="0"/>
            <a:chExt cx="2356200" cy="6852960"/>
          </a:xfrm>
        </p:grpSpPr>
        <p:sp>
          <p:nvSpPr>
            <p:cNvPr id="16"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28"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 name="PlaceHolder 1"/>
          <p:cNvSpPr>
            <a:spLocks noGrp="1"/>
          </p:cNvSpPr>
          <p:nvPr>
            <p:ph type="title"/>
          </p:nvPr>
        </p:nvSpPr>
        <p:spPr>
          <a:xfrm>
            <a:off x="2589120" y="2514600"/>
            <a:ext cx="8915040" cy="2262600"/>
          </a:xfrm>
          <a:prstGeom prst="rect">
            <a:avLst/>
          </a:prstGeom>
          <a:noFill/>
          <a:ln w="0">
            <a:noFill/>
          </a:ln>
        </p:spPr>
        <p:txBody>
          <a:bodyPr lIns="91440" rIns="91440" tIns="45720" bIns="45720" anchor="b">
            <a:normAutofit fontScale="92500" lnSpcReduction="9999"/>
          </a:bodyPr>
          <a:p>
            <a:pPr indent="0" defTabSz="457200">
              <a:lnSpc>
                <a:spcPct val="100000"/>
              </a:lnSpc>
              <a:buNone/>
            </a:pPr>
            <a:r>
              <a:rPr lang="uk-UA" sz="5400" b="0" u="none" strike="noStrike">
                <a:solidFill>
                  <a:schemeClr val="accent2">
                    <a:lumMod val="75000"/>
                  </a:schemeClr>
                </a:solidFill>
                <a:effectLst/>
                <a:uFillTx/>
                <a:latin typeface="Century Gothic"/>
              </a:rPr>
              <a:t>Клацніть, щоб редагувати стиль зразка заголовка</a:t>
            </a:r>
            <a:endParaRPr lang="en-US" sz="5400" b="0" u="none" strike="noStrike">
              <a:solidFill>
                <a:schemeClr val="dk1"/>
              </a:solidFill>
              <a:effectLst/>
              <a:uFillTx/>
              <a:latin typeface="Century Gothic"/>
            </a:endParaRPr>
          </a:p>
        </p:txBody>
      </p:sp>
      <p:sp>
        <p:nvSpPr>
          <p:cNvPr id="30" name="PlaceHolder 2"/>
          <p:cNvSpPr>
            <a:spLocks noGrp="1"/>
          </p:cNvSpPr>
          <p:nvPr>
            <p:ph type="dt" idx="1"/>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1" name="PlaceHolder 3"/>
          <p:cNvSpPr>
            <a:spLocks noGrp="1"/>
          </p:cNvSpPr>
          <p:nvPr>
            <p:ph type="ftr" idx="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Freeform 6"/>
          <p:cNvSpPr/>
          <p:nvPr/>
        </p:nvSpPr>
        <p:spPr>
          <a:xfrm>
            <a:off x="0" y="4323960"/>
            <a:ext cx="1744200" cy="778320"/>
          </a:xfrm>
          <a:custGeom>
            <a:avLst/>
            <a:gdLst>
              <a:gd name="textAreaLeft" fmla="*/ 0 w 1744200"/>
              <a:gd name="textAreaRight" fmla="*/ 1744560 w 1744200"/>
              <a:gd name="textAreaTop" fmla="*/ 0 h 778320"/>
              <a:gd name="textAreaBottom" fmla="*/ 778680 h 778320"/>
            </a:gdLst>
            <a:ahLst/>
            <a:cxn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3" name="PlaceHolder 4"/>
          <p:cNvSpPr>
            <a:spLocks noGrp="1"/>
          </p:cNvSpPr>
          <p:nvPr>
            <p:ph type="sldNum" idx="3"/>
          </p:nvPr>
        </p:nvSpPr>
        <p:spPr>
          <a:xfrm>
            <a:off x="531720" y="452952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37F3809C-90D6-4B6B-9698-5EC641F95646}"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
        <p:nvSpPr>
          <p:cNvPr id="3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Century Gothic"/>
              </a:rPr>
              <a:t>Click to edit the outline text format</a:t>
            </a:r>
            <a:endParaRPr lang="en-US" sz="1800" b="0" u="none" strike="noStrike">
              <a:solidFill>
                <a:schemeClr val="dk1">
                  <a:lumMod val="75000"/>
                  <a:lumOff val="25000"/>
                </a:schemeClr>
              </a:solidFill>
              <a:effectLst/>
              <a:uFillTx/>
              <a:latin typeface="Century Gothic"/>
            </a:endParaRPr>
          </a:p>
          <a:p>
            <a:pPr marL="864000" lvl="1" indent="-324000">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Century Gothic"/>
              </a:rPr>
              <a:t>Second Outline Level</a:t>
            </a:r>
            <a:endParaRPr lang="en-US" sz="1400" b="0" u="none" strike="noStrike">
              <a:solidFill>
                <a:schemeClr val="dk1">
                  <a:lumMod val="75000"/>
                  <a:lumOff val="25000"/>
                </a:schemeClr>
              </a:solidFill>
              <a:effectLst/>
              <a:uFillTx/>
              <a:latin typeface="Century Gothic"/>
            </a:endParaRPr>
          </a:p>
          <a:p>
            <a:pPr marL="1296000" lvl="2" indent="-288000">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Century Gothic"/>
              </a:rPr>
              <a:t>Third Outline Level</a:t>
            </a:r>
            <a:endParaRPr lang="en-US" sz="1200" b="0" u="none" strike="noStrike">
              <a:solidFill>
                <a:schemeClr val="dk1">
                  <a:lumMod val="75000"/>
                  <a:lumOff val="25000"/>
                </a:schemeClr>
              </a:solidFill>
              <a:effectLst/>
              <a:uFillTx/>
              <a:latin typeface="Century Gothic"/>
            </a:endParaRPr>
          </a:p>
          <a:p>
            <a:pPr marL="1728000" lvl="3" indent="-216000">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Century Gothic"/>
              </a:rPr>
              <a:t>Fourth Outline Level</a:t>
            </a:r>
            <a:endParaRPr lang="en-US" sz="1200" b="0" u="none" strike="noStrike">
              <a:solidFill>
                <a:schemeClr val="dk1">
                  <a:lumMod val="75000"/>
                  <a:lumOff val="25000"/>
                </a:schemeClr>
              </a:solidFill>
              <a:effectLst/>
              <a:uFillTx/>
              <a:latin typeface="Century Gothic"/>
            </a:endParaRPr>
          </a:p>
          <a:p>
            <a:pPr marL="2160000" lvl="4" indent="-216000">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Century Gothic"/>
              </a:rPr>
              <a:t>Fifth Outline Level</a:t>
            </a:r>
            <a:endParaRPr lang="en-US" sz="2000" b="0" u="none" strike="noStrike">
              <a:solidFill>
                <a:schemeClr val="dk1">
                  <a:lumMod val="75000"/>
                  <a:lumOff val="25000"/>
                </a:schemeClr>
              </a:solidFill>
              <a:effectLst/>
              <a:uFillTx/>
              <a:latin typeface="Century Gothic"/>
            </a:endParaRPr>
          </a:p>
          <a:p>
            <a:pPr marL="2592000" lvl="5" indent="-216000">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Century Gothic"/>
              </a:rPr>
              <a:t>Sixth Outline Level</a:t>
            </a:r>
            <a:endParaRPr lang="en-US" sz="2000" b="0" u="none" strike="noStrike">
              <a:solidFill>
                <a:schemeClr val="dk1">
                  <a:lumMod val="75000"/>
                  <a:lumOff val="25000"/>
                </a:schemeClr>
              </a:solidFill>
              <a:effectLst/>
              <a:uFillTx/>
              <a:latin typeface="Century Gothic"/>
            </a:endParaRPr>
          </a:p>
          <a:p>
            <a:pPr marL="3024000" lvl="6" indent="-216000">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Century Gothic"/>
              </a:rPr>
              <a:t>Seventh Outline Level</a:t>
            </a:r>
            <a:endParaRPr lang="en-US" sz="2000" b="0" u="none" strike="noStrike">
              <a:solidFill>
                <a:schemeClr val="dk1">
                  <a:lumMod val="75000"/>
                  <a:lumOff val="25000"/>
                </a:schemeClr>
              </a:solidFill>
              <a:effectLst/>
              <a:uFillTx/>
              <a:latin typeface="Century Gothic"/>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та підпис">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35" name="Group 22"/>
          <p:cNvGrpSpPr/>
          <p:nvPr/>
        </p:nvGrpSpPr>
        <p:grpSpPr>
          <a:xfrm>
            <a:off x="0" y="228600"/>
            <a:ext cx="2851200" cy="6638400"/>
            <a:chOff x="0" y="228600"/>
            <a:chExt cx="2851200" cy="6638400"/>
          </a:xfrm>
        </p:grpSpPr>
        <p:sp>
          <p:nvSpPr>
            <p:cNvPr id="3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48" name="Group 9"/>
          <p:cNvGrpSpPr/>
          <p:nvPr/>
        </p:nvGrpSpPr>
        <p:grpSpPr>
          <a:xfrm>
            <a:off x="27360" y="0"/>
            <a:ext cx="2356200" cy="6852960"/>
            <a:chOff x="27360" y="0"/>
            <a:chExt cx="2356200" cy="6852960"/>
          </a:xfrm>
        </p:grpSpPr>
        <p:sp>
          <p:nvSpPr>
            <p:cNvPr id="49"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6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2" name="PlaceHolder 1"/>
          <p:cNvSpPr>
            <a:spLocks noGrp="1"/>
          </p:cNvSpPr>
          <p:nvPr>
            <p:ph type="title"/>
          </p:nvPr>
        </p:nvSpPr>
        <p:spPr>
          <a:xfrm>
            <a:off x="2589120" y="609480"/>
            <a:ext cx="8915040" cy="3116520"/>
          </a:xfrm>
          <a:prstGeom prst="rect">
            <a:avLst/>
          </a:prstGeom>
          <a:noFill/>
          <a:ln w="0">
            <a:noFill/>
          </a:ln>
        </p:spPr>
        <p:txBody>
          <a:bodyPr lIns="91440" rIns="91440" tIns="45720" bIns="45720" anchor="ctr">
            <a:normAutofit/>
          </a:bodyPr>
          <a:p>
            <a:pPr indent="0" defTabSz="457200">
              <a:lnSpc>
                <a:spcPct val="100000"/>
              </a:lnSpc>
              <a:buNone/>
            </a:pPr>
            <a:r>
              <a:rPr lang="uk-UA" sz="4800" b="0" u="none" strike="noStrike">
                <a:solidFill>
                  <a:schemeClr val="accent2">
                    <a:lumMod val="75000"/>
                  </a:schemeClr>
                </a:solidFill>
                <a:effectLst/>
                <a:uFillTx/>
                <a:latin typeface="Century Gothic"/>
              </a:rPr>
              <a:t>Клацніть, щоб редагувати стиль зразка заголовка</a:t>
            </a:r>
            <a:endParaRPr lang="en-US" sz="4800" b="0" u="none" strike="noStrike">
              <a:solidFill>
                <a:schemeClr val="dk1"/>
              </a:solidFill>
              <a:effectLst/>
              <a:uFillTx/>
              <a:latin typeface="Century Gothic"/>
            </a:endParaRPr>
          </a:p>
        </p:txBody>
      </p:sp>
      <p:sp>
        <p:nvSpPr>
          <p:cNvPr id="63" name="PlaceHolder 2"/>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uk-UA" sz="1800" b="0" u="none" strike="noStrike">
                <a:solidFill>
                  <a:schemeClr val="dk1">
                    <a:lumMod val="65000"/>
                    <a:lumOff val="3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p:txBody>
      </p:sp>
      <p:sp>
        <p:nvSpPr>
          <p:cNvPr id="64" name="PlaceHolder 3"/>
          <p:cNvSpPr>
            <a:spLocks noGrp="1"/>
          </p:cNvSpPr>
          <p:nvPr>
            <p:ph type="dt" idx="4"/>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65" name="PlaceHolder 4"/>
          <p:cNvSpPr>
            <a:spLocks noGrp="1"/>
          </p:cNvSpPr>
          <p:nvPr>
            <p:ph type="ftr" idx="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67" name="PlaceHolder 5"/>
          <p:cNvSpPr>
            <a:spLocks noGrp="1"/>
          </p:cNvSpPr>
          <p:nvPr>
            <p:ph type="sldNum" idx="6"/>
          </p:nvPr>
        </p:nvSpPr>
        <p:spPr>
          <a:xfrm>
            <a:off x="531720" y="324396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91B94E26-2E43-4E78-B62A-2C8E3C84CFC0}"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Цитата з підписом">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68" name="Group 22"/>
          <p:cNvGrpSpPr/>
          <p:nvPr/>
        </p:nvGrpSpPr>
        <p:grpSpPr>
          <a:xfrm>
            <a:off x="0" y="228600"/>
            <a:ext cx="2851200" cy="6638400"/>
            <a:chOff x="0" y="228600"/>
            <a:chExt cx="2851200" cy="6638400"/>
          </a:xfrm>
        </p:grpSpPr>
        <p:sp>
          <p:nvSpPr>
            <p:cNvPr id="69"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0"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1"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2"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3"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4"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5"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6"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7"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8"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79"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0"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81" name="Group 9"/>
          <p:cNvGrpSpPr/>
          <p:nvPr/>
        </p:nvGrpSpPr>
        <p:grpSpPr>
          <a:xfrm>
            <a:off x="27360" y="0"/>
            <a:ext cx="2356200" cy="6852960"/>
            <a:chOff x="27360" y="0"/>
            <a:chExt cx="2356200" cy="6852960"/>
          </a:xfrm>
        </p:grpSpPr>
        <p:sp>
          <p:nvSpPr>
            <p:cNvPr id="82"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3"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4"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5"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6"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7"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8"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89"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0"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1"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2"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3"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94"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95"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lang="uk-UA" sz="4800" b="0" u="none" strike="noStrike">
                <a:solidFill>
                  <a:schemeClr val="accent2">
                    <a:lumMod val="75000"/>
                  </a:schemeClr>
                </a:solidFill>
                <a:effectLst/>
                <a:uFillTx/>
                <a:latin typeface="Century Gothic"/>
              </a:rPr>
              <a:t>Клацніть, щоб редагувати стиль зразка заголовка</a:t>
            </a:r>
            <a:endParaRPr lang="en-US" sz="4800" b="0" u="none" strike="noStrike">
              <a:solidFill>
                <a:schemeClr val="dk1"/>
              </a:solidFill>
              <a:effectLst/>
              <a:uFillTx/>
              <a:latin typeface="Century Gothic"/>
            </a:endParaRPr>
          </a:p>
        </p:txBody>
      </p:sp>
      <p:sp>
        <p:nvSpPr>
          <p:cNvPr id="96" name="PlaceHolder 2"/>
          <p:cNvSpPr>
            <a:spLocks noGrp="1"/>
          </p:cNvSpPr>
          <p:nvPr>
            <p:ph type="body"/>
          </p:nvPr>
        </p:nvSpPr>
        <p:spPr>
          <a:xfrm>
            <a:off x="3274920" y="3505320"/>
            <a:ext cx="753624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uk-UA" sz="1600" b="0" u="none" strike="noStrike">
                <a:solidFill>
                  <a:schemeClr val="dk1">
                    <a:lumMod val="50000"/>
                    <a:lumOff val="50000"/>
                  </a:schemeClr>
                </a:solidFill>
                <a:effectLst/>
                <a:uFillTx/>
                <a:latin typeface="Century Gothic"/>
              </a:rPr>
              <a:t>Клацніть, щоб відредагувати стилі зразків тексту</a:t>
            </a:r>
            <a:endParaRPr lang="en-US" sz="1600" b="0" u="none" strike="noStrike">
              <a:solidFill>
                <a:schemeClr val="dk1">
                  <a:lumMod val="75000"/>
                  <a:lumOff val="25000"/>
                </a:schemeClr>
              </a:solidFill>
              <a:effectLst/>
              <a:uFillTx/>
              <a:latin typeface="Century Gothic"/>
            </a:endParaRPr>
          </a:p>
        </p:txBody>
      </p:sp>
      <p:sp>
        <p:nvSpPr>
          <p:cNvPr id="97" name="PlaceHolder 3"/>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uk-UA" sz="1800" b="0" u="none" strike="noStrike">
                <a:solidFill>
                  <a:schemeClr val="dk1">
                    <a:lumMod val="65000"/>
                    <a:lumOff val="3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p:txBody>
      </p:sp>
      <p:sp>
        <p:nvSpPr>
          <p:cNvPr id="98" name="PlaceHolder 4"/>
          <p:cNvSpPr>
            <a:spLocks noGrp="1"/>
          </p:cNvSpPr>
          <p:nvPr>
            <p:ph type="dt" idx="7"/>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99" name="PlaceHolder 5"/>
          <p:cNvSpPr>
            <a:spLocks noGrp="1"/>
          </p:cNvSpPr>
          <p:nvPr>
            <p:ph type="ftr" idx="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0"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1" name="PlaceHolder 6"/>
          <p:cNvSpPr>
            <a:spLocks noGrp="1"/>
          </p:cNvSpPr>
          <p:nvPr>
            <p:ph type="sldNum" idx="9"/>
          </p:nvPr>
        </p:nvSpPr>
        <p:spPr>
          <a:xfrm>
            <a:off x="531720" y="324396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8469940A-FFDA-4534-A43D-24F721E103F8}"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
        <p:nvSpPr>
          <p:cNvPr id="102" name="TextBox 13"/>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
        <p:nvSpPr>
          <p:cNvPr id="103" name="TextBox 14"/>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Картка назви">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104" name="Group 22"/>
          <p:cNvGrpSpPr/>
          <p:nvPr/>
        </p:nvGrpSpPr>
        <p:grpSpPr>
          <a:xfrm>
            <a:off x="0" y="228600"/>
            <a:ext cx="2851200" cy="6638400"/>
            <a:chOff x="0" y="228600"/>
            <a:chExt cx="2851200" cy="6638400"/>
          </a:xfrm>
        </p:grpSpPr>
        <p:sp>
          <p:nvSpPr>
            <p:cNvPr id="10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0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117" name="Group 9"/>
          <p:cNvGrpSpPr/>
          <p:nvPr/>
        </p:nvGrpSpPr>
        <p:grpSpPr>
          <a:xfrm>
            <a:off x="27360" y="0"/>
            <a:ext cx="2356200" cy="6852960"/>
            <a:chOff x="27360" y="0"/>
            <a:chExt cx="2356200" cy="6852960"/>
          </a:xfrm>
        </p:grpSpPr>
        <p:sp>
          <p:nvSpPr>
            <p:cNvPr id="118"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1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2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13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1" name="PlaceHolder 1"/>
          <p:cNvSpPr>
            <a:spLocks noGrp="1"/>
          </p:cNvSpPr>
          <p:nvPr>
            <p:ph type="title"/>
          </p:nvPr>
        </p:nvSpPr>
        <p:spPr>
          <a:xfrm>
            <a:off x="2589120" y="2438280"/>
            <a:ext cx="8915040" cy="2724480"/>
          </a:xfrm>
          <a:prstGeom prst="rect">
            <a:avLst/>
          </a:prstGeom>
          <a:noFill/>
          <a:ln w="0">
            <a:noFill/>
          </a:ln>
        </p:spPr>
        <p:txBody>
          <a:bodyPr lIns="91440" rIns="91440" tIns="45720" bIns="45720" anchor="b">
            <a:normAutofit/>
          </a:bodyPr>
          <a:p>
            <a:pPr indent="0" defTabSz="457200">
              <a:lnSpc>
                <a:spcPct val="100000"/>
              </a:lnSpc>
              <a:buNone/>
            </a:pPr>
            <a:r>
              <a:rPr lang="uk-UA" sz="4800" b="0" u="none" strike="noStrike">
                <a:solidFill>
                  <a:schemeClr val="accent2">
                    <a:lumMod val="75000"/>
                  </a:schemeClr>
                </a:solidFill>
                <a:effectLst/>
                <a:uFillTx/>
                <a:latin typeface="Century Gothic"/>
              </a:rPr>
              <a:t>Клацніть, щоб редагувати стиль зразка заголовка</a:t>
            </a:r>
            <a:endParaRPr lang="en-US" sz="4800" b="0" u="none" strike="noStrike">
              <a:solidFill>
                <a:schemeClr val="dk1"/>
              </a:solidFill>
              <a:effectLst/>
              <a:uFillTx/>
              <a:latin typeface="Century Gothic"/>
            </a:endParaRPr>
          </a:p>
        </p:txBody>
      </p:sp>
      <p:sp>
        <p:nvSpPr>
          <p:cNvPr id="132" name="PlaceHolder 2"/>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uk-UA" sz="1800" b="0" u="none" strike="noStrike">
                <a:solidFill>
                  <a:schemeClr val="dk1">
                    <a:lumMod val="65000"/>
                    <a:lumOff val="3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p:txBody>
      </p:sp>
      <p:sp>
        <p:nvSpPr>
          <p:cNvPr id="133" name="PlaceHolder 3"/>
          <p:cNvSpPr>
            <a:spLocks noGrp="1"/>
          </p:cNvSpPr>
          <p:nvPr>
            <p:ph type="dt" idx="10"/>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134" name="PlaceHolder 4"/>
          <p:cNvSpPr>
            <a:spLocks noGrp="1"/>
          </p:cNvSpPr>
          <p:nvPr>
            <p:ph type="ftr" idx="1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6" name="PlaceHolder 5"/>
          <p:cNvSpPr>
            <a:spLocks noGrp="1"/>
          </p:cNvSpPr>
          <p:nvPr>
            <p:ph type="sldNum" idx="12"/>
          </p:nvPr>
        </p:nvSpPr>
        <p:spPr>
          <a:xfrm>
            <a:off x="531720" y="498312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2CF076DA-E791-4C20-ABA8-61E1D0F75980}"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Картка назви цитати">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137" name="Group 22"/>
          <p:cNvGrpSpPr/>
          <p:nvPr/>
        </p:nvGrpSpPr>
        <p:grpSpPr>
          <a:xfrm>
            <a:off x="0" y="228600"/>
            <a:ext cx="2851200" cy="6638400"/>
            <a:chOff x="0" y="228600"/>
            <a:chExt cx="2851200" cy="6638400"/>
          </a:xfrm>
        </p:grpSpPr>
        <p:sp>
          <p:nvSpPr>
            <p:cNvPr id="13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3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4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150" name="Group 9"/>
          <p:cNvGrpSpPr/>
          <p:nvPr/>
        </p:nvGrpSpPr>
        <p:grpSpPr>
          <a:xfrm>
            <a:off x="27360" y="0"/>
            <a:ext cx="2356200" cy="6852960"/>
            <a:chOff x="27360" y="0"/>
            <a:chExt cx="2356200" cy="6852960"/>
          </a:xfrm>
        </p:grpSpPr>
        <p:sp>
          <p:nvSpPr>
            <p:cNvPr id="151"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5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6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6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6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16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64"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lang="uk-UA" sz="4800" b="0" u="none" strike="noStrike">
                <a:solidFill>
                  <a:schemeClr val="accent2">
                    <a:lumMod val="75000"/>
                  </a:schemeClr>
                </a:solidFill>
                <a:effectLst/>
                <a:uFillTx/>
                <a:latin typeface="Century Gothic"/>
              </a:rPr>
              <a:t>Клацніть, щоб редагувати стиль зразка заголовка</a:t>
            </a:r>
            <a:endParaRPr lang="en-US" sz="4800" b="0" u="none" strike="noStrike">
              <a:solidFill>
                <a:schemeClr val="dk1"/>
              </a:solidFill>
              <a:effectLst/>
              <a:uFillTx/>
              <a:latin typeface="Century Gothic"/>
            </a:endParaRPr>
          </a:p>
        </p:txBody>
      </p:sp>
      <p:sp>
        <p:nvSpPr>
          <p:cNvPr id="165"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uk-UA" sz="2400" b="0" u="none" strike="noStrike">
                <a:solidFill>
                  <a:schemeClr val="accent1"/>
                </a:solidFill>
                <a:effectLst/>
                <a:uFillTx/>
                <a:latin typeface="Century Gothic"/>
              </a:rPr>
              <a:t>Клацніть, щоб відредагувати стилі зразків тексту</a:t>
            </a:r>
            <a:endParaRPr lang="en-US" sz="2400" b="0" u="none" strike="noStrike">
              <a:solidFill>
                <a:schemeClr val="dk1">
                  <a:lumMod val="75000"/>
                  <a:lumOff val="25000"/>
                </a:schemeClr>
              </a:solidFill>
              <a:effectLst/>
              <a:uFillTx/>
              <a:latin typeface="Century Gothic"/>
            </a:endParaRPr>
          </a:p>
        </p:txBody>
      </p:sp>
      <p:sp>
        <p:nvSpPr>
          <p:cNvPr id="166"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uk-UA" sz="1800" b="0" u="none" strike="noStrike">
                <a:solidFill>
                  <a:schemeClr val="dk1">
                    <a:lumMod val="65000"/>
                    <a:lumOff val="3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p:txBody>
      </p:sp>
      <p:sp>
        <p:nvSpPr>
          <p:cNvPr id="167" name="PlaceHolder 4"/>
          <p:cNvSpPr>
            <a:spLocks noGrp="1"/>
          </p:cNvSpPr>
          <p:nvPr>
            <p:ph type="dt" idx="13"/>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168" name="PlaceHolder 5"/>
          <p:cNvSpPr>
            <a:spLocks noGrp="1"/>
          </p:cNvSpPr>
          <p:nvPr>
            <p:ph type="ftr" idx="1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9"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0" name="PlaceHolder 6"/>
          <p:cNvSpPr>
            <a:spLocks noGrp="1"/>
          </p:cNvSpPr>
          <p:nvPr>
            <p:ph type="sldNum" idx="15"/>
          </p:nvPr>
        </p:nvSpPr>
        <p:spPr>
          <a:xfrm>
            <a:off x="531720" y="498312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E1635A9B-6A23-44F4-B62B-40827C43269E}"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
        <p:nvSpPr>
          <p:cNvPr id="171" name="TextBox 16"/>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
        <p:nvSpPr>
          <p:cNvPr id="172" name="TextBox 17"/>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lang="en-US" sz="8000" b="0" u="none" strike="noStrike">
                <a:solidFill>
                  <a:schemeClr val="accent1"/>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Істина/хибність">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173" name="Group 22"/>
          <p:cNvGrpSpPr/>
          <p:nvPr/>
        </p:nvGrpSpPr>
        <p:grpSpPr>
          <a:xfrm>
            <a:off x="0" y="228600"/>
            <a:ext cx="2851200" cy="6638400"/>
            <a:chOff x="0" y="228600"/>
            <a:chExt cx="2851200" cy="6638400"/>
          </a:xfrm>
        </p:grpSpPr>
        <p:sp>
          <p:nvSpPr>
            <p:cNvPr id="1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186" name="Group 9"/>
          <p:cNvGrpSpPr/>
          <p:nvPr/>
        </p:nvGrpSpPr>
        <p:grpSpPr>
          <a:xfrm>
            <a:off x="27360" y="0"/>
            <a:ext cx="2356200" cy="6852960"/>
            <a:chOff x="27360" y="0"/>
            <a:chExt cx="2356200" cy="6852960"/>
          </a:xfrm>
        </p:grpSpPr>
        <p:sp>
          <p:nvSpPr>
            <p:cNvPr id="187"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1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1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0" name="PlaceHolder 1"/>
          <p:cNvSpPr>
            <a:spLocks noGrp="1"/>
          </p:cNvSpPr>
          <p:nvPr>
            <p:ph type="title"/>
          </p:nvPr>
        </p:nvSpPr>
        <p:spPr>
          <a:xfrm>
            <a:off x="2589120" y="627480"/>
            <a:ext cx="8915040" cy="2879640"/>
          </a:xfrm>
          <a:prstGeom prst="rect">
            <a:avLst/>
          </a:prstGeom>
          <a:noFill/>
          <a:ln w="0">
            <a:noFill/>
          </a:ln>
        </p:spPr>
        <p:txBody>
          <a:bodyPr lIns="91440" rIns="91440" tIns="45720" bIns="45720" anchor="ctr">
            <a:normAutofit/>
          </a:bodyPr>
          <a:p>
            <a:pPr indent="0" defTabSz="457200">
              <a:lnSpc>
                <a:spcPct val="100000"/>
              </a:lnSpc>
              <a:buNone/>
            </a:pPr>
            <a:r>
              <a:rPr lang="uk-UA" sz="4800" b="0" u="none" strike="noStrike">
                <a:solidFill>
                  <a:schemeClr val="accent2">
                    <a:lumMod val="75000"/>
                  </a:schemeClr>
                </a:solidFill>
                <a:effectLst/>
                <a:uFillTx/>
                <a:latin typeface="Century Gothic"/>
              </a:rPr>
              <a:t>Клацніть, щоб редагувати стиль зразка заголовка</a:t>
            </a:r>
            <a:endParaRPr lang="en-US" sz="4800" b="0" u="none" strike="noStrike">
              <a:solidFill>
                <a:schemeClr val="dk1"/>
              </a:solidFill>
              <a:effectLst/>
              <a:uFillTx/>
              <a:latin typeface="Century Gothic"/>
            </a:endParaRPr>
          </a:p>
        </p:txBody>
      </p:sp>
      <p:sp>
        <p:nvSpPr>
          <p:cNvPr id="201"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uk-UA" sz="2400" b="0" u="none" strike="noStrike">
                <a:solidFill>
                  <a:schemeClr val="accent1"/>
                </a:solidFill>
                <a:effectLst/>
                <a:uFillTx/>
                <a:latin typeface="Century Gothic"/>
              </a:rPr>
              <a:t>Клацніть, щоб відредагувати стилі зразків тексту</a:t>
            </a:r>
            <a:endParaRPr lang="en-US" sz="2400" b="0" u="none" strike="noStrike">
              <a:solidFill>
                <a:schemeClr val="dk1">
                  <a:lumMod val="75000"/>
                  <a:lumOff val="25000"/>
                </a:schemeClr>
              </a:solidFill>
              <a:effectLst/>
              <a:uFillTx/>
              <a:latin typeface="Century Gothic"/>
            </a:endParaRPr>
          </a:p>
        </p:txBody>
      </p:sp>
      <p:sp>
        <p:nvSpPr>
          <p:cNvPr id="202"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uk-UA" sz="1800" b="0" u="none" strike="noStrike">
                <a:solidFill>
                  <a:schemeClr val="dk1">
                    <a:lumMod val="65000"/>
                    <a:lumOff val="3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p:txBody>
      </p:sp>
      <p:sp>
        <p:nvSpPr>
          <p:cNvPr id="203" name="PlaceHolder 4"/>
          <p:cNvSpPr>
            <a:spLocks noGrp="1"/>
          </p:cNvSpPr>
          <p:nvPr>
            <p:ph type="dt" idx="16"/>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04" name="PlaceHolder 5"/>
          <p:cNvSpPr>
            <a:spLocks noGrp="1"/>
          </p:cNvSpPr>
          <p:nvPr>
            <p:ph type="ftr" idx="1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6" name="PlaceHolder 6"/>
          <p:cNvSpPr>
            <a:spLocks noGrp="1"/>
          </p:cNvSpPr>
          <p:nvPr>
            <p:ph type="sldNum" idx="18"/>
          </p:nvPr>
        </p:nvSpPr>
        <p:spPr>
          <a:xfrm>
            <a:off x="531720" y="498312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C2F144FC-30C0-491E-9161-9FB42C1E8747}"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207" name="Group 22"/>
          <p:cNvGrpSpPr/>
          <p:nvPr/>
        </p:nvGrpSpPr>
        <p:grpSpPr>
          <a:xfrm>
            <a:off x="0" y="228600"/>
            <a:ext cx="2851200" cy="6638400"/>
            <a:chOff x="0" y="228600"/>
            <a:chExt cx="2851200" cy="6638400"/>
          </a:xfrm>
        </p:grpSpPr>
        <p:sp>
          <p:nvSpPr>
            <p:cNvPr id="20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0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1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220" name="Group 9"/>
          <p:cNvGrpSpPr/>
          <p:nvPr/>
        </p:nvGrpSpPr>
        <p:grpSpPr>
          <a:xfrm>
            <a:off x="27360" y="0"/>
            <a:ext cx="2356200" cy="6852960"/>
            <a:chOff x="27360" y="0"/>
            <a:chExt cx="2356200" cy="6852960"/>
          </a:xfrm>
        </p:grpSpPr>
        <p:sp>
          <p:nvSpPr>
            <p:cNvPr id="221"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2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23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lang="uk-UA" sz="3600" b="0" u="none" strike="noStrike">
                <a:solidFill>
                  <a:schemeClr val="accent2">
                    <a:lumMod val="75000"/>
                  </a:schemeClr>
                </a:solidFill>
                <a:effectLst/>
                <a:uFillTx/>
                <a:latin typeface="Century Gothic"/>
              </a:rPr>
              <a:t>Клацніть, щоб редагувати стиль зразка заголовка</a:t>
            </a:r>
            <a:endParaRPr lang="en-US" sz="3600" b="0" u="none" strike="noStrike">
              <a:solidFill>
                <a:schemeClr val="dk1"/>
              </a:solidFill>
              <a:effectLst/>
              <a:uFillTx/>
              <a:latin typeface="Century Gothic"/>
            </a:endParaRPr>
          </a:p>
        </p:txBody>
      </p:sp>
      <p:sp>
        <p:nvSpPr>
          <p:cNvPr id="235" name="PlaceHolder 2"/>
          <p:cNvSpPr>
            <a:spLocks noGrp="1"/>
          </p:cNvSpPr>
          <p:nvPr>
            <p:ph type="body"/>
          </p:nvPr>
        </p:nvSpPr>
        <p:spPr>
          <a:xfrm>
            <a:off x="2589120" y="2133720"/>
            <a:ext cx="8915040" cy="38858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236" name="PlaceHolder 3"/>
          <p:cNvSpPr>
            <a:spLocks noGrp="1"/>
          </p:cNvSpPr>
          <p:nvPr>
            <p:ph type="dt" idx="19"/>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37" name="PlaceHolder 4"/>
          <p:cNvSpPr>
            <a:spLocks noGrp="1"/>
          </p:cNvSpPr>
          <p:nvPr>
            <p:ph type="ftr" idx="2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39" name="PlaceHolder 5"/>
          <p:cNvSpPr>
            <a:spLocks noGrp="1"/>
          </p:cNvSpPr>
          <p:nvPr>
            <p:ph type="sldNum" idx="21"/>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49ED150A-4011-4B52-BAD9-6B438A5BE3F3}"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240" name="Group 22"/>
          <p:cNvGrpSpPr/>
          <p:nvPr/>
        </p:nvGrpSpPr>
        <p:grpSpPr>
          <a:xfrm>
            <a:off x="0" y="228600"/>
            <a:ext cx="2851200" cy="6638400"/>
            <a:chOff x="0" y="228600"/>
            <a:chExt cx="2851200" cy="6638400"/>
          </a:xfrm>
        </p:grpSpPr>
        <p:sp>
          <p:nvSpPr>
            <p:cNvPr id="2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253" name="Group 9"/>
          <p:cNvGrpSpPr/>
          <p:nvPr/>
        </p:nvGrpSpPr>
        <p:grpSpPr>
          <a:xfrm>
            <a:off x="27360" y="0"/>
            <a:ext cx="2356200" cy="6852960"/>
            <a:chOff x="27360" y="0"/>
            <a:chExt cx="2356200" cy="6852960"/>
          </a:xfrm>
        </p:grpSpPr>
        <p:sp>
          <p:nvSpPr>
            <p:cNvPr id="254"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2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67" name="PlaceHolder 1"/>
          <p:cNvSpPr>
            <a:spLocks noGrp="1"/>
          </p:cNvSpPr>
          <p:nvPr>
            <p:ph type="title"/>
          </p:nvPr>
        </p:nvSpPr>
        <p:spPr>
          <a:xfrm>
            <a:off x="9294840" y="627480"/>
            <a:ext cx="2207160" cy="5283360"/>
          </a:xfrm>
          <a:prstGeom prst="rect">
            <a:avLst/>
          </a:prstGeom>
          <a:noFill/>
          <a:ln w="0">
            <a:noFill/>
          </a:ln>
        </p:spPr>
        <p:txBody>
          <a:bodyPr lIns="91440" rIns="91440" tIns="45720" bIns="45720" anchor="ctr" vert="eaVert">
            <a:noAutofit/>
          </a:bodyPr>
          <a:p>
            <a:pPr indent="0" defTabSz="457200">
              <a:lnSpc>
                <a:spcPct val="100000"/>
              </a:lnSpc>
              <a:buNone/>
            </a:pPr>
            <a:r>
              <a:rPr lang="uk-UA" sz="3600" b="0" u="none" strike="noStrike">
                <a:solidFill>
                  <a:schemeClr val="accent2">
                    <a:lumMod val="75000"/>
                  </a:schemeClr>
                </a:solidFill>
                <a:effectLst/>
                <a:uFillTx/>
                <a:latin typeface="Century Gothic"/>
              </a:rPr>
              <a:t>Клацніть, щоб редагувати стиль зразка заголовка</a:t>
            </a:r>
            <a:endParaRPr lang="en-US" sz="3600" b="0" u="none" strike="noStrike">
              <a:solidFill>
                <a:schemeClr val="dk1"/>
              </a:solidFill>
              <a:effectLst/>
              <a:uFillTx/>
              <a:latin typeface="Century Gothic"/>
            </a:endParaRPr>
          </a:p>
        </p:txBody>
      </p:sp>
      <p:sp>
        <p:nvSpPr>
          <p:cNvPr id="268" name="PlaceHolder 2"/>
          <p:cNvSpPr>
            <a:spLocks noGrp="1"/>
          </p:cNvSpPr>
          <p:nvPr>
            <p:ph type="body"/>
          </p:nvPr>
        </p:nvSpPr>
        <p:spPr>
          <a:xfrm>
            <a:off x="2589120" y="627480"/>
            <a:ext cx="6476760" cy="5283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269" name="PlaceHolder 3"/>
          <p:cNvSpPr>
            <a:spLocks noGrp="1"/>
          </p:cNvSpPr>
          <p:nvPr>
            <p:ph type="dt" idx="22"/>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270" name="PlaceHolder 4"/>
          <p:cNvSpPr>
            <a:spLocks noGrp="1"/>
          </p:cNvSpPr>
          <p:nvPr>
            <p:ph type="ftr" idx="2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2" name="PlaceHolder 5"/>
          <p:cNvSpPr>
            <a:spLocks noGrp="1"/>
          </p:cNvSpPr>
          <p:nvPr>
            <p:ph type="sldNum" idx="24"/>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9CF95809-2891-41CD-97E2-C2CAA506166D}"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273" name="Group 22"/>
          <p:cNvGrpSpPr/>
          <p:nvPr/>
        </p:nvGrpSpPr>
        <p:grpSpPr>
          <a:xfrm>
            <a:off x="0" y="228600"/>
            <a:ext cx="2851200" cy="6638400"/>
            <a:chOff x="0" y="228600"/>
            <a:chExt cx="2851200" cy="6638400"/>
          </a:xfrm>
        </p:grpSpPr>
        <p:sp>
          <p:nvSpPr>
            <p:cNvPr id="2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286" name="Group 9"/>
          <p:cNvGrpSpPr/>
          <p:nvPr/>
        </p:nvGrpSpPr>
        <p:grpSpPr>
          <a:xfrm>
            <a:off x="27360" y="0"/>
            <a:ext cx="2356200" cy="6852960"/>
            <a:chOff x="27360" y="0"/>
            <a:chExt cx="2356200" cy="6852960"/>
          </a:xfrm>
        </p:grpSpPr>
        <p:sp>
          <p:nvSpPr>
            <p:cNvPr id="287"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2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2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lang="uk-UA" sz="3600" b="0" u="none" strike="noStrike">
                <a:solidFill>
                  <a:schemeClr val="accent2">
                    <a:lumMod val="75000"/>
                  </a:schemeClr>
                </a:solidFill>
                <a:effectLst/>
                <a:uFillTx/>
                <a:latin typeface="Century Gothic"/>
              </a:rPr>
              <a:t>Клацніть, щоб редагувати стиль зразка заголовка</a:t>
            </a:r>
            <a:endParaRPr lang="en-US" sz="3600" b="0" u="none" strike="noStrike">
              <a:solidFill>
                <a:schemeClr val="dk1"/>
              </a:solidFill>
              <a:effectLst/>
              <a:uFillTx/>
              <a:latin typeface="Century Gothic"/>
            </a:endParaRPr>
          </a:p>
        </p:txBody>
      </p:sp>
      <p:sp>
        <p:nvSpPr>
          <p:cNvPr id="301" name="PlaceHolder 2"/>
          <p:cNvSpPr>
            <a:spLocks noGrp="1"/>
          </p:cNvSpPr>
          <p:nvPr>
            <p:ph type="body"/>
          </p:nvPr>
        </p:nvSpPr>
        <p:spPr>
          <a:xfrm>
            <a:off x="2589120" y="2133720"/>
            <a:ext cx="891504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302" name="PlaceHolder 3"/>
          <p:cNvSpPr>
            <a:spLocks noGrp="1"/>
          </p:cNvSpPr>
          <p:nvPr>
            <p:ph type="dt" idx="25"/>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03" name="PlaceHolder 4"/>
          <p:cNvSpPr>
            <a:spLocks noGrp="1"/>
          </p:cNvSpPr>
          <p:nvPr>
            <p:ph type="ftr" idx="26"/>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4"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5" name="PlaceHolder 5"/>
          <p:cNvSpPr>
            <a:spLocks noGrp="1"/>
          </p:cNvSpPr>
          <p:nvPr>
            <p:ph type="sldNum" idx="27"/>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CD19A3C8-648D-473C-B8BD-3D270C74C14D}"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306" name="Group 22"/>
          <p:cNvGrpSpPr/>
          <p:nvPr/>
        </p:nvGrpSpPr>
        <p:grpSpPr>
          <a:xfrm>
            <a:off x="0" y="228600"/>
            <a:ext cx="2851200" cy="6638400"/>
            <a:chOff x="0" y="228600"/>
            <a:chExt cx="2851200" cy="6638400"/>
          </a:xfrm>
        </p:grpSpPr>
        <p:sp>
          <p:nvSpPr>
            <p:cNvPr id="30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0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1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319" name="Group 9"/>
          <p:cNvGrpSpPr/>
          <p:nvPr/>
        </p:nvGrpSpPr>
        <p:grpSpPr>
          <a:xfrm>
            <a:off x="27360" y="0"/>
            <a:ext cx="2356200" cy="6852960"/>
            <a:chOff x="27360" y="0"/>
            <a:chExt cx="2356200" cy="6852960"/>
          </a:xfrm>
        </p:grpSpPr>
        <p:sp>
          <p:nvSpPr>
            <p:cNvPr id="320"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2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3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3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33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33" name="PlaceHolder 1"/>
          <p:cNvSpPr>
            <a:spLocks noGrp="1"/>
          </p:cNvSpPr>
          <p:nvPr>
            <p:ph type="title"/>
          </p:nvPr>
        </p:nvSpPr>
        <p:spPr>
          <a:xfrm>
            <a:off x="2589120" y="2058840"/>
            <a:ext cx="8915040" cy="1468440"/>
          </a:xfrm>
          <a:prstGeom prst="rect">
            <a:avLst/>
          </a:prstGeom>
          <a:noFill/>
          <a:ln w="0">
            <a:noFill/>
          </a:ln>
        </p:spPr>
        <p:txBody>
          <a:bodyPr lIns="91440" rIns="91440" tIns="45720" bIns="45720" anchor="b">
            <a:noAutofit/>
          </a:bodyPr>
          <a:p>
            <a:pPr indent="0" defTabSz="457200">
              <a:lnSpc>
                <a:spcPct val="100000"/>
              </a:lnSpc>
              <a:buNone/>
            </a:pPr>
            <a:r>
              <a:rPr lang="uk-UA" sz="4000" b="0" u="none" strike="noStrike">
                <a:solidFill>
                  <a:schemeClr val="accent2">
                    <a:lumMod val="75000"/>
                  </a:schemeClr>
                </a:solidFill>
                <a:effectLst/>
                <a:uFillTx/>
                <a:latin typeface="Century Gothic"/>
              </a:rPr>
              <a:t>Клацніть, щоб редагувати стиль зразка заголовка</a:t>
            </a:r>
            <a:endParaRPr lang="en-US" sz="4000" b="0" u="none" strike="noStrike">
              <a:solidFill>
                <a:schemeClr val="dk1"/>
              </a:solidFill>
              <a:effectLst/>
              <a:uFillTx/>
              <a:latin typeface="Century Gothic"/>
            </a:endParaRPr>
          </a:p>
        </p:txBody>
      </p:sp>
      <p:sp>
        <p:nvSpPr>
          <p:cNvPr id="334" name="PlaceHolder 2"/>
          <p:cNvSpPr>
            <a:spLocks noGrp="1"/>
          </p:cNvSpPr>
          <p:nvPr>
            <p:ph type="body"/>
          </p:nvPr>
        </p:nvSpPr>
        <p:spPr>
          <a:xfrm>
            <a:off x="2589120" y="3530160"/>
            <a:ext cx="89150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uk-UA" sz="2000" b="0" u="none" strike="noStrike">
                <a:solidFill>
                  <a:schemeClr val="dk1">
                    <a:lumMod val="65000"/>
                    <a:lumOff val="35000"/>
                  </a:schemeClr>
                </a:solidFill>
                <a:effectLst/>
                <a:uFillTx/>
                <a:latin typeface="Century Gothic"/>
              </a:rPr>
              <a:t>Клацніть, щоб відредагувати стилі зразків тексту</a:t>
            </a:r>
            <a:endParaRPr lang="en-US" sz="2000" b="0" u="none" strike="noStrike">
              <a:solidFill>
                <a:schemeClr val="dk1">
                  <a:lumMod val="75000"/>
                  <a:lumOff val="25000"/>
                </a:schemeClr>
              </a:solidFill>
              <a:effectLst/>
              <a:uFillTx/>
              <a:latin typeface="Century Gothic"/>
            </a:endParaRPr>
          </a:p>
        </p:txBody>
      </p:sp>
      <p:sp>
        <p:nvSpPr>
          <p:cNvPr id="335" name="PlaceHolder 3"/>
          <p:cNvSpPr>
            <a:spLocks noGrp="1"/>
          </p:cNvSpPr>
          <p:nvPr>
            <p:ph type="dt" idx="28"/>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36" name="PlaceHolder 4"/>
          <p:cNvSpPr>
            <a:spLocks noGrp="1"/>
          </p:cNvSpPr>
          <p:nvPr>
            <p:ph type="ftr" idx="2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7"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38" name="PlaceHolder 5"/>
          <p:cNvSpPr>
            <a:spLocks noGrp="1"/>
          </p:cNvSpPr>
          <p:nvPr>
            <p:ph type="sldNum" idx="30"/>
          </p:nvPr>
        </p:nvSpPr>
        <p:spPr>
          <a:xfrm>
            <a:off x="531720" y="324396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F9254D68-9437-4159-8497-4AE6A763CBDA}"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339" name="Group 22"/>
          <p:cNvGrpSpPr/>
          <p:nvPr/>
        </p:nvGrpSpPr>
        <p:grpSpPr>
          <a:xfrm>
            <a:off x="0" y="228600"/>
            <a:ext cx="2851200" cy="6638400"/>
            <a:chOff x="0" y="228600"/>
            <a:chExt cx="2851200" cy="6638400"/>
          </a:xfrm>
        </p:grpSpPr>
        <p:sp>
          <p:nvSpPr>
            <p:cNvPr id="34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4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352" name="Group 9"/>
          <p:cNvGrpSpPr/>
          <p:nvPr/>
        </p:nvGrpSpPr>
        <p:grpSpPr>
          <a:xfrm>
            <a:off x="27360" y="0"/>
            <a:ext cx="2356200" cy="6852960"/>
            <a:chOff x="27360" y="0"/>
            <a:chExt cx="2356200" cy="6852960"/>
          </a:xfrm>
        </p:grpSpPr>
        <p:sp>
          <p:nvSpPr>
            <p:cNvPr id="353"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5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6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6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6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6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6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36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66"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lang="uk-UA" sz="3600" b="0" u="none" strike="noStrike">
                <a:solidFill>
                  <a:schemeClr val="accent2">
                    <a:lumMod val="75000"/>
                  </a:schemeClr>
                </a:solidFill>
                <a:effectLst/>
                <a:uFillTx/>
                <a:latin typeface="Century Gothic"/>
              </a:rPr>
              <a:t>Клацніть, щоб редагувати стиль зразка заголовка</a:t>
            </a:r>
            <a:endParaRPr lang="en-US" sz="3600" b="0" u="none" strike="noStrike">
              <a:solidFill>
                <a:schemeClr val="dk1"/>
              </a:solidFill>
              <a:effectLst/>
              <a:uFillTx/>
              <a:latin typeface="Century Gothic"/>
            </a:endParaRPr>
          </a:p>
        </p:txBody>
      </p:sp>
      <p:sp>
        <p:nvSpPr>
          <p:cNvPr id="367" name="PlaceHolder 2"/>
          <p:cNvSpPr>
            <a:spLocks noGrp="1"/>
          </p:cNvSpPr>
          <p:nvPr>
            <p:ph type="body"/>
          </p:nvPr>
        </p:nvSpPr>
        <p:spPr>
          <a:xfrm>
            <a:off x="2589120" y="213372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368" name="PlaceHolder 3"/>
          <p:cNvSpPr>
            <a:spLocks noGrp="1"/>
          </p:cNvSpPr>
          <p:nvPr>
            <p:ph type="body"/>
          </p:nvPr>
        </p:nvSpPr>
        <p:spPr>
          <a:xfrm>
            <a:off x="7190640" y="212616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369" name="PlaceHolder 4"/>
          <p:cNvSpPr>
            <a:spLocks noGrp="1"/>
          </p:cNvSpPr>
          <p:nvPr>
            <p:ph type="dt" idx="31"/>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370" name="PlaceHolder 5"/>
          <p:cNvSpPr>
            <a:spLocks noGrp="1"/>
          </p:cNvSpPr>
          <p:nvPr>
            <p:ph type="ftr" idx="3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2" name="PlaceHolder 6"/>
          <p:cNvSpPr>
            <a:spLocks noGrp="1"/>
          </p:cNvSpPr>
          <p:nvPr>
            <p:ph type="sldNum" idx="33"/>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A808258B-E61C-4D37-B6BD-BF9FE9FEA3B7}"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373" name="Group 22"/>
          <p:cNvGrpSpPr/>
          <p:nvPr/>
        </p:nvGrpSpPr>
        <p:grpSpPr>
          <a:xfrm>
            <a:off x="0" y="228600"/>
            <a:ext cx="2851200" cy="6638400"/>
            <a:chOff x="0" y="228600"/>
            <a:chExt cx="2851200" cy="6638400"/>
          </a:xfrm>
        </p:grpSpPr>
        <p:sp>
          <p:nvSpPr>
            <p:cNvPr id="3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386" name="Group 9"/>
          <p:cNvGrpSpPr/>
          <p:nvPr/>
        </p:nvGrpSpPr>
        <p:grpSpPr>
          <a:xfrm>
            <a:off x="27360" y="0"/>
            <a:ext cx="2356200" cy="6852960"/>
            <a:chOff x="27360" y="0"/>
            <a:chExt cx="2356200" cy="6852960"/>
          </a:xfrm>
        </p:grpSpPr>
        <p:sp>
          <p:nvSpPr>
            <p:cNvPr id="387"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3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3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0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lang="uk-UA" sz="3600" b="0" u="none" strike="noStrike">
                <a:solidFill>
                  <a:schemeClr val="accent2">
                    <a:lumMod val="75000"/>
                  </a:schemeClr>
                </a:solidFill>
                <a:effectLst/>
                <a:uFillTx/>
                <a:latin typeface="Century Gothic"/>
              </a:rPr>
              <a:t>Клацніть, щоб редагувати стиль зразка заголовка</a:t>
            </a:r>
            <a:endParaRPr lang="en-US" sz="3600" b="0" u="none" strike="noStrike">
              <a:solidFill>
                <a:schemeClr val="dk1"/>
              </a:solidFill>
              <a:effectLst/>
              <a:uFillTx/>
              <a:latin typeface="Century Gothic"/>
            </a:endParaRPr>
          </a:p>
        </p:txBody>
      </p:sp>
      <p:sp>
        <p:nvSpPr>
          <p:cNvPr id="401" name="PlaceHolder 2"/>
          <p:cNvSpPr>
            <a:spLocks noGrp="1"/>
          </p:cNvSpPr>
          <p:nvPr>
            <p:ph type="body"/>
          </p:nvPr>
        </p:nvSpPr>
        <p:spPr>
          <a:xfrm>
            <a:off x="2939400" y="1972800"/>
            <a:ext cx="399240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uk-UA" sz="24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2400" b="0" u="none" strike="noStrike">
              <a:solidFill>
                <a:schemeClr val="dk1">
                  <a:lumMod val="75000"/>
                  <a:lumOff val="25000"/>
                </a:schemeClr>
              </a:solidFill>
              <a:effectLst/>
              <a:uFillTx/>
              <a:latin typeface="Century Gothic"/>
            </a:endParaRPr>
          </a:p>
        </p:txBody>
      </p:sp>
      <p:sp>
        <p:nvSpPr>
          <p:cNvPr id="402" name="PlaceHolder 3"/>
          <p:cNvSpPr>
            <a:spLocks noGrp="1"/>
          </p:cNvSpPr>
          <p:nvPr>
            <p:ph type="body"/>
          </p:nvPr>
        </p:nvSpPr>
        <p:spPr>
          <a:xfrm>
            <a:off x="2589120" y="2548800"/>
            <a:ext cx="434268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403" name="PlaceHolder 4"/>
          <p:cNvSpPr>
            <a:spLocks noGrp="1"/>
          </p:cNvSpPr>
          <p:nvPr>
            <p:ph type="body"/>
          </p:nvPr>
        </p:nvSpPr>
        <p:spPr>
          <a:xfrm>
            <a:off x="7506720" y="1969560"/>
            <a:ext cx="399852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uk-UA" sz="24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2400" b="0" u="none" strike="noStrike">
              <a:solidFill>
                <a:schemeClr val="dk1">
                  <a:lumMod val="75000"/>
                  <a:lumOff val="25000"/>
                </a:schemeClr>
              </a:solidFill>
              <a:effectLst/>
              <a:uFillTx/>
              <a:latin typeface="Century Gothic"/>
            </a:endParaRPr>
          </a:p>
        </p:txBody>
      </p:sp>
      <p:sp>
        <p:nvSpPr>
          <p:cNvPr id="404" name="PlaceHolder 5"/>
          <p:cNvSpPr>
            <a:spLocks noGrp="1"/>
          </p:cNvSpPr>
          <p:nvPr>
            <p:ph type="body"/>
          </p:nvPr>
        </p:nvSpPr>
        <p:spPr>
          <a:xfrm>
            <a:off x="7166880" y="2545560"/>
            <a:ext cx="433836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405" name="PlaceHolder 6"/>
          <p:cNvSpPr>
            <a:spLocks noGrp="1"/>
          </p:cNvSpPr>
          <p:nvPr>
            <p:ph type="dt" idx="34"/>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406" name="PlaceHolder 7"/>
          <p:cNvSpPr>
            <a:spLocks noGrp="1"/>
          </p:cNvSpPr>
          <p:nvPr>
            <p:ph type="ftr" idx="3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7"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08" name="PlaceHolder 8"/>
          <p:cNvSpPr>
            <a:spLocks noGrp="1"/>
          </p:cNvSpPr>
          <p:nvPr>
            <p:ph type="sldNum" idx="36"/>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51B669D8-EDFB-49F3-9033-7924189F04C3}"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409" name="Group 22"/>
          <p:cNvGrpSpPr/>
          <p:nvPr/>
        </p:nvGrpSpPr>
        <p:grpSpPr>
          <a:xfrm>
            <a:off x="0" y="228600"/>
            <a:ext cx="2851200" cy="6638400"/>
            <a:chOff x="0" y="228600"/>
            <a:chExt cx="2851200" cy="6638400"/>
          </a:xfrm>
        </p:grpSpPr>
        <p:sp>
          <p:nvSpPr>
            <p:cNvPr id="41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1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422" name="Group 9"/>
          <p:cNvGrpSpPr/>
          <p:nvPr/>
        </p:nvGrpSpPr>
        <p:grpSpPr>
          <a:xfrm>
            <a:off x="27360" y="0"/>
            <a:ext cx="2356200" cy="6852960"/>
            <a:chOff x="27360" y="0"/>
            <a:chExt cx="2356200" cy="6852960"/>
          </a:xfrm>
        </p:grpSpPr>
        <p:sp>
          <p:nvSpPr>
            <p:cNvPr id="423"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2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43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36"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lang="uk-UA" sz="3600" b="0" u="none" strike="noStrike">
                <a:solidFill>
                  <a:schemeClr val="accent2">
                    <a:lumMod val="75000"/>
                  </a:schemeClr>
                </a:solidFill>
                <a:effectLst/>
                <a:uFillTx/>
                <a:latin typeface="Century Gothic"/>
              </a:rPr>
              <a:t>Клацніть, щоб редагувати стиль зразка заголовка</a:t>
            </a:r>
            <a:endParaRPr lang="en-US" sz="3600" b="0" u="none" strike="noStrike">
              <a:solidFill>
                <a:schemeClr val="dk1"/>
              </a:solidFill>
              <a:effectLst/>
              <a:uFillTx/>
              <a:latin typeface="Century Gothic"/>
            </a:endParaRPr>
          </a:p>
        </p:txBody>
      </p:sp>
      <p:sp>
        <p:nvSpPr>
          <p:cNvPr id="437" name="PlaceHolder 2"/>
          <p:cNvSpPr>
            <a:spLocks noGrp="1"/>
          </p:cNvSpPr>
          <p:nvPr>
            <p:ph type="dt" idx="37"/>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438" name="PlaceHolder 3"/>
          <p:cNvSpPr>
            <a:spLocks noGrp="1"/>
          </p:cNvSpPr>
          <p:nvPr>
            <p:ph type="ftr" idx="3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9"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0" name="PlaceHolder 4"/>
          <p:cNvSpPr>
            <a:spLocks noGrp="1"/>
          </p:cNvSpPr>
          <p:nvPr>
            <p:ph type="sldNum" idx="39"/>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0981DBB4-D5BA-471B-BD74-F8D024B732F5}"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441" name="Group 22"/>
          <p:cNvGrpSpPr/>
          <p:nvPr/>
        </p:nvGrpSpPr>
        <p:grpSpPr>
          <a:xfrm>
            <a:off x="0" y="228600"/>
            <a:ext cx="2851200" cy="6638400"/>
            <a:chOff x="0" y="228600"/>
            <a:chExt cx="2851200" cy="6638400"/>
          </a:xfrm>
        </p:grpSpPr>
        <p:sp>
          <p:nvSpPr>
            <p:cNvPr id="442"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3"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4"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5"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6"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7"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8"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49"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0"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1"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2"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3"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454" name="Group 9"/>
          <p:cNvGrpSpPr/>
          <p:nvPr/>
        </p:nvGrpSpPr>
        <p:grpSpPr>
          <a:xfrm>
            <a:off x="27360" y="0"/>
            <a:ext cx="2356200" cy="6852960"/>
            <a:chOff x="27360" y="0"/>
            <a:chExt cx="2356200" cy="6852960"/>
          </a:xfrm>
        </p:grpSpPr>
        <p:sp>
          <p:nvSpPr>
            <p:cNvPr id="455"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6"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7"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8"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59"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0"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1"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2"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3"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4"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5"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6"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467"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68" name="PlaceHolder 1"/>
          <p:cNvSpPr>
            <a:spLocks noGrp="1"/>
          </p:cNvSpPr>
          <p:nvPr>
            <p:ph type="dt" idx="40"/>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469" name="PlaceHolder 2"/>
          <p:cNvSpPr>
            <a:spLocks noGrp="1"/>
          </p:cNvSpPr>
          <p:nvPr>
            <p:ph type="ftr" idx="4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0"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1" name="PlaceHolder 3"/>
          <p:cNvSpPr>
            <a:spLocks noGrp="1"/>
          </p:cNvSpPr>
          <p:nvPr>
            <p:ph type="sldNum" idx="42"/>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AD7507C7-E169-4992-8C2C-048F510F944A}"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472" name="Group 22"/>
          <p:cNvGrpSpPr/>
          <p:nvPr/>
        </p:nvGrpSpPr>
        <p:grpSpPr>
          <a:xfrm>
            <a:off x="0" y="228600"/>
            <a:ext cx="2851200" cy="6638400"/>
            <a:chOff x="0" y="228600"/>
            <a:chExt cx="2851200" cy="6638400"/>
          </a:xfrm>
        </p:grpSpPr>
        <p:sp>
          <p:nvSpPr>
            <p:cNvPr id="473"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4"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5"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6"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7"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8"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79"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0"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1"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2"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3"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4"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485" name="Group 9"/>
          <p:cNvGrpSpPr/>
          <p:nvPr/>
        </p:nvGrpSpPr>
        <p:grpSpPr>
          <a:xfrm>
            <a:off x="27360" y="0"/>
            <a:ext cx="2356200" cy="6852960"/>
            <a:chOff x="27360" y="0"/>
            <a:chExt cx="2356200" cy="6852960"/>
          </a:xfrm>
        </p:grpSpPr>
        <p:sp>
          <p:nvSpPr>
            <p:cNvPr id="486"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7"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8"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89"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0"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1"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2"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3"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4"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5"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6"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7"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498"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499" name="PlaceHolder 1"/>
          <p:cNvSpPr>
            <a:spLocks noGrp="1"/>
          </p:cNvSpPr>
          <p:nvPr>
            <p:ph type="title"/>
          </p:nvPr>
        </p:nvSpPr>
        <p:spPr>
          <a:xfrm>
            <a:off x="2589120" y="446040"/>
            <a:ext cx="3504960" cy="975960"/>
          </a:xfrm>
          <a:prstGeom prst="rect">
            <a:avLst/>
          </a:prstGeom>
          <a:noFill/>
          <a:ln w="0">
            <a:noFill/>
          </a:ln>
        </p:spPr>
        <p:txBody>
          <a:bodyPr lIns="91440" rIns="91440" tIns="45720" bIns="45720" anchor="b">
            <a:noAutofit/>
          </a:bodyPr>
          <a:p>
            <a:pPr indent="0" defTabSz="457200">
              <a:lnSpc>
                <a:spcPct val="100000"/>
              </a:lnSpc>
              <a:buNone/>
            </a:pPr>
            <a:r>
              <a:rPr lang="uk-UA" sz="2000" b="0" u="none" strike="noStrike">
                <a:solidFill>
                  <a:schemeClr val="accent2">
                    <a:lumMod val="75000"/>
                  </a:schemeClr>
                </a:solidFill>
                <a:effectLst/>
                <a:uFillTx/>
                <a:latin typeface="Century Gothic"/>
              </a:rPr>
              <a:t>Клацніть, щоб редагувати стиль зразка заголовка</a:t>
            </a:r>
            <a:endParaRPr lang="en-US" sz="2000" b="0" u="none" strike="noStrike">
              <a:solidFill>
                <a:schemeClr val="dk1"/>
              </a:solidFill>
              <a:effectLst/>
              <a:uFillTx/>
              <a:latin typeface="Century Gothic"/>
            </a:endParaRPr>
          </a:p>
        </p:txBody>
      </p:sp>
      <p:sp>
        <p:nvSpPr>
          <p:cNvPr id="500" name="PlaceHolder 2"/>
          <p:cNvSpPr>
            <a:spLocks noGrp="1"/>
          </p:cNvSpPr>
          <p:nvPr>
            <p:ph type="body"/>
          </p:nvPr>
        </p:nvSpPr>
        <p:spPr>
          <a:xfrm>
            <a:off x="6323040" y="446040"/>
            <a:ext cx="5181120" cy="541476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353535"/>
              </a:buClr>
              <a:buFont typeface="Wingdings 3" charset="2"/>
              <a:buChar char=""/>
            </a:pPr>
            <a:r>
              <a:rPr lang="uk-UA" sz="18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800" b="0" u="none" strike="noStrike">
              <a:solidFill>
                <a:schemeClr val="dk1">
                  <a:lumMod val="75000"/>
                  <a:lumOff val="25000"/>
                </a:schemeClr>
              </a:solidFill>
              <a:effectLst/>
              <a:uFillTx/>
              <a:latin typeface="Century Gothic"/>
            </a:endParaRPr>
          </a:p>
          <a:p>
            <a:pPr marL="743040" lvl="1" indent="-285840" defTabSz="457200">
              <a:lnSpc>
                <a:spcPct val="100000"/>
              </a:lnSpc>
              <a:spcBef>
                <a:spcPts val="1001"/>
              </a:spcBef>
              <a:buClr>
                <a:srgbClr val="353535"/>
              </a:buClr>
              <a:buFont typeface="Wingdings 3" charset="2"/>
              <a:buChar char=""/>
            </a:pPr>
            <a:r>
              <a:rPr lang="uk-UA" sz="1600" b="0" u="none" strike="noStrike">
                <a:solidFill>
                  <a:schemeClr val="dk1">
                    <a:lumMod val="75000"/>
                    <a:lumOff val="25000"/>
                  </a:schemeClr>
                </a:solidFill>
                <a:effectLst/>
                <a:uFillTx/>
                <a:latin typeface="Century Gothic"/>
              </a:rPr>
              <a:t>Другий рівень</a:t>
            </a:r>
            <a:endParaRPr lang="en-US" sz="1600" b="0" u="none" strike="noStrike">
              <a:solidFill>
                <a:schemeClr val="dk1">
                  <a:lumMod val="75000"/>
                  <a:lumOff val="25000"/>
                </a:schemeClr>
              </a:solidFill>
              <a:effectLst/>
              <a:uFillTx/>
              <a:latin typeface="Century Gothic"/>
            </a:endParaRPr>
          </a:p>
          <a:p>
            <a:pPr marL="1143000" lvl="2" indent="-228600" defTabSz="457200">
              <a:lnSpc>
                <a:spcPct val="100000"/>
              </a:lnSpc>
              <a:spcBef>
                <a:spcPts val="1001"/>
              </a:spcBef>
              <a:buClr>
                <a:srgbClr val="353535"/>
              </a:buClr>
              <a:buFont typeface="Wingdings 3" charset="2"/>
              <a:buChar char=""/>
            </a:pPr>
            <a:r>
              <a:rPr lang="uk-UA" sz="1400" b="0" u="none" strike="noStrike">
                <a:solidFill>
                  <a:schemeClr val="dk1">
                    <a:lumMod val="75000"/>
                    <a:lumOff val="25000"/>
                  </a:schemeClr>
                </a:solidFill>
                <a:effectLst/>
                <a:uFillTx/>
                <a:latin typeface="Century Gothic"/>
              </a:rPr>
              <a:t>Третій рівень</a:t>
            </a:r>
            <a:endParaRPr lang="en-US" sz="1400" b="0" u="none" strike="noStrike">
              <a:solidFill>
                <a:schemeClr val="dk1">
                  <a:lumMod val="75000"/>
                  <a:lumOff val="25000"/>
                </a:schemeClr>
              </a:solidFill>
              <a:effectLst/>
              <a:uFillTx/>
              <a:latin typeface="Century Gothic"/>
            </a:endParaRPr>
          </a:p>
          <a:p>
            <a:pPr marL="1600200" lvl="3"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Четвертий рівень</a:t>
            </a:r>
            <a:endParaRPr lang="en-US" sz="1200" b="0" u="none" strike="noStrike">
              <a:solidFill>
                <a:schemeClr val="dk1">
                  <a:lumMod val="75000"/>
                  <a:lumOff val="25000"/>
                </a:schemeClr>
              </a:solidFill>
              <a:effectLst/>
              <a:uFillTx/>
              <a:latin typeface="Century Gothic"/>
            </a:endParaRPr>
          </a:p>
          <a:p>
            <a:pPr marL="2057400" lvl="4" indent="-228600" defTabSz="457200">
              <a:lnSpc>
                <a:spcPct val="100000"/>
              </a:lnSpc>
              <a:spcBef>
                <a:spcPts val="1001"/>
              </a:spcBef>
              <a:buClr>
                <a:srgbClr val="353535"/>
              </a:buClr>
              <a:buFont typeface="Wingdings 3" charset="2"/>
              <a:buChar char=""/>
            </a:pPr>
            <a:r>
              <a:rPr lang="uk-UA" sz="1200" b="0" u="none" strike="noStrike">
                <a:solidFill>
                  <a:schemeClr val="dk1">
                    <a:lumMod val="75000"/>
                    <a:lumOff val="25000"/>
                  </a:schemeClr>
                </a:solidFill>
                <a:effectLst/>
                <a:uFillTx/>
                <a:latin typeface="Century Gothic"/>
              </a:rPr>
              <a:t>П’ятий рівень</a:t>
            </a:r>
            <a:endParaRPr lang="en-US" sz="1200" b="0" u="none" strike="noStrike">
              <a:solidFill>
                <a:schemeClr val="dk1">
                  <a:lumMod val="75000"/>
                  <a:lumOff val="25000"/>
                </a:schemeClr>
              </a:solidFill>
              <a:effectLst/>
              <a:uFillTx/>
              <a:latin typeface="Century Gothic"/>
            </a:endParaRPr>
          </a:p>
        </p:txBody>
      </p:sp>
      <p:sp>
        <p:nvSpPr>
          <p:cNvPr id="501" name="PlaceHolder 3"/>
          <p:cNvSpPr>
            <a:spLocks noGrp="1"/>
          </p:cNvSpPr>
          <p:nvPr>
            <p:ph type="body"/>
          </p:nvPr>
        </p:nvSpPr>
        <p:spPr>
          <a:xfrm>
            <a:off x="2589120" y="1598760"/>
            <a:ext cx="3504960" cy="4262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uk-UA" sz="14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400" b="0" u="none" strike="noStrike">
              <a:solidFill>
                <a:schemeClr val="dk1">
                  <a:lumMod val="75000"/>
                  <a:lumOff val="25000"/>
                </a:schemeClr>
              </a:solidFill>
              <a:effectLst/>
              <a:uFillTx/>
              <a:latin typeface="Century Gothic"/>
            </a:endParaRPr>
          </a:p>
        </p:txBody>
      </p:sp>
      <p:sp>
        <p:nvSpPr>
          <p:cNvPr id="502" name="PlaceHolder 4"/>
          <p:cNvSpPr>
            <a:spLocks noGrp="1"/>
          </p:cNvSpPr>
          <p:nvPr>
            <p:ph type="dt" idx="43"/>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503" name="PlaceHolder 5"/>
          <p:cNvSpPr>
            <a:spLocks noGrp="1"/>
          </p:cNvSpPr>
          <p:nvPr>
            <p:ph type="ftr" idx="4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4"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05" name="PlaceHolder 6"/>
          <p:cNvSpPr>
            <a:spLocks noGrp="1"/>
          </p:cNvSpPr>
          <p:nvPr>
            <p:ph type="sldNum" idx="45"/>
          </p:nvPr>
        </p:nvSpPr>
        <p:spPr>
          <a:xfrm>
            <a:off x="531720" y="78768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C2C72840-58A3-4B0D-8CFD-17AAB2573DA1}"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gradFill rotWithShape="0">
          <a:gsLst>
            <a:gs pos="0">
              <a:srgbClr val="ffffff"/>
            </a:gs>
            <a:gs pos="100000">
              <a:srgbClr val="c5dee4"/>
            </a:gs>
          </a:gsLst>
          <a:lin ang="5400000"/>
        </a:gradFill>
      </p:bgPr>
    </p:bg>
    <p:spTree>
      <p:nvGrpSpPr>
        <p:cNvPr id="1" name=""/>
        <p:cNvGrpSpPr/>
        <p:nvPr/>
      </p:nvGrpSpPr>
      <p:grpSpPr>
        <a:xfrm>
          <a:off x="0" y="0"/>
          <a:ext cx="0" cy="0"/>
          <a:chOff x="0" y="0"/>
          <a:chExt cx="0" cy="0"/>
        </a:xfrm>
      </p:grpSpPr>
      <p:grpSp>
        <p:nvGrpSpPr>
          <p:cNvPr id="506" name="Group 22"/>
          <p:cNvGrpSpPr/>
          <p:nvPr/>
        </p:nvGrpSpPr>
        <p:grpSpPr>
          <a:xfrm>
            <a:off x="0" y="228600"/>
            <a:ext cx="2851200" cy="6638400"/>
            <a:chOff x="0" y="228600"/>
            <a:chExt cx="2851200" cy="6638400"/>
          </a:xfrm>
        </p:grpSpPr>
        <p:sp>
          <p:nvSpPr>
            <p:cNvPr id="50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0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0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1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grpSp>
        <p:nvGrpSpPr>
          <p:cNvPr id="519" name="Group 9"/>
          <p:cNvGrpSpPr/>
          <p:nvPr/>
        </p:nvGrpSpPr>
        <p:grpSpPr>
          <a:xfrm>
            <a:off x="27360" y="0"/>
            <a:ext cx="2356200" cy="6852960"/>
            <a:chOff x="27360" y="0"/>
            <a:chExt cx="2356200" cy="6852960"/>
          </a:xfrm>
        </p:grpSpPr>
        <p:sp>
          <p:nvSpPr>
            <p:cNvPr id="520" name="Freeform 27"/>
            <p:cNvSpPr/>
            <p:nvPr/>
          </p:nvSpPr>
          <p:spPr>
            <a:xfrm>
              <a:off x="27360" y="0"/>
              <a:ext cx="493920" cy="4400640"/>
            </a:xfrm>
            <a:custGeom>
              <a:avLst/>
              <a:gdLst>
                <a:gd name="textAreaLeft" fmla="*/ 0 w 493920"/>
                <a:gd name="textAreaRight" fmla="*/ 494280 w 493920"/>
                <a:gd name="textAreaTop" fmla="*/ 0 h 4400640"/>
                <a:gd name="textAreaBottom" fmla="*/ 4401000 h 440064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2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3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3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grpSp>
      <p:sp>
        <p:nvSpPr>
          <p:cNvPr id="53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33" name="PlaceHolder 1"/>
          <p:cNvSpPr>
            <a:spLocks noGrp="1"/>
          </p:cNvSpPr>
          <p:nvPr>
            <p:ph type="title"/>
          </p:nvPr>
        </p:nvSpPr>
        <p:spPr>
          <a:xfrm>
            <a:off x="2589120" y="4800600"/>
            <a:ext cx="8915040" cy="566280"/>
          </a:xfrm>
          <a:prstGeom prst="rect">
            <a:avLst/>
          </a:prstGeom>
          <a:noFill/>
          <a:ln w="0">
            <a:noFill/>
          </a:ln>
        </p:spPr>
        <p:txBody>
          <a:bodyPr lIns="91440" rIns="91440" tIns="45720" bIns="45720" anchor="b">
            <a:normAutofit/>
          </a:bodyPr>
          <a:p>
            <a:pPr indent="0" defTabSz="457200">
              <a:lnSpc>
                <a:spcPct val="100000"/>
              </a:lnSpc>
              <a:buNone/>
            </a:pPr>
            <a:r>
              <a:rPr lang="uk-UA" sz="2400" b="0" u="none" strike="noStrike">
                <a:solidFill>
                  <a:schemeClr val="accent2">
                    <a:lumMod val="75000"/>
                  </a:schemeClr>
                </a:solidFill>
                <a:effectLst/>
                <a:uFillTx/>
                <a:latin typeface="Century Gothic"/>
              </a:rPr>
              <a:t>Клацніть, щоб редагувати стиль зразка заголовка</a:t>
            </a:r>
            <a:endParaRPr lang="en-US" sz="2400" b="0" u="none" strike="noStrike">
              <a:solidFill>
                <a:schemeClr val="dk1"/>
              </a:solidFill>
              <a:effectLst/>
              <a:uFillTx/>
              <a:latin typeface="Century Gothic"/>
            </a:endParaRPr>
          </a:p>
        </p:txBody>
      </p:sp>
      <p:sp>
        <p:nvSpPr>
          <p:cNvPr id="534" name="PlaceHolder 2"/>
          <p:cNvSpPr>
            <a:spLocks noGrp="1"/>
          </p:cNvSpPr>
          <p:nvPr>
            <p:ph type="body"/>
          </p:nvPr>
        </p:nvSpPr>
        <p:spPr>
          <a:xfrm>
            <a:off x="2589120" y="635040"/>
            <a:ext cx="8915040" cy="385452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uk-UA" sz="1600" b="0" u="none" strike="noStrike">
                <a:solidFill>
                  <a:schemeClr val="dk1"/>
                </a:solidFill>
                <a:effectLst/>
                <a:uFillTx/>
                <a:latin typeface="Century Gothic"/>
              </a:rPr>
              <a:t>Клацніть піктограму, щоб додати зображення</a:t>
            </a:r>
            <a:endParaRPr lang="en-US" sz="1600" b="0" u="none" strike="noStrike">
              <a:solidFill>
                <a:schemeClr val="dk1">
                  <a:lumMod val="75000"/>
                  <a:lumOff val="25000"/>
                </a:schemeClr>
              </a:solidFill>
              <a:effectLst/>
              <a:uFillTx/>
              <a:latin typeface="Century Gothic"/>
            </a:endParaRPr>
          </a:p>
        </p:txBody>
      </p:sp>
      <p:sp>
        <p:nvSpPr>
          <p:cNvPr id="535" name="PlaceHolder 3"/>
          <p:cNvSpPr>
            <a:spLocks noGrp="1"/>
          </p:cNvSpPr>
          <p:nvPr>
            <p:ph type="body"/>
          </p:nvPr>
        </p:nvSpPr>
        <p:spPr>
          <a:xfrm>
            <a:off x="2589120" y="5367240"/>
            <a:ext cx="8915040" cy="49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uk-UA" sz="1200" b="0" u="none" strike="noStrike">
                <a:solidFill>
                  <a:schemeClr val="dk1">
                    <a:lumMod val="75000"/>
                    <a:lumOff val="25000"/>
                  </a:schemeClr>
                </a:solidFill>
                <a:effectLst/>
                <a:uFillTx/>
                <a:latin typeface="Century Gothic"/>
              </a:rPr>
              <a:t>Клацніть, щоб відредагувати стилі зразків тексту</a:t>
            </a:r>
            <a:endParaRPr lang="en-US" sz="1200" b="0" u="none" strike="noStrike">
              <a:solidFill>
                <a:schemeClr val="dk1">
                  <a:lumMod val="75000"/>
                  <a:lumOff val="25000"/>
                </a:schemeClr>
              </a:solidFill>
              <a:effectLst/>
              <a:uFillTx/>
              <a:latin typeface="Century Gothic"/>
            </a:endParaRPr>
          </a:p>
        </p:txBody>
      </p:sp>
      <p:sp>
        <p:nvSpPr>
          <p:cNvPr id="536" name="PlaceHolder 4"/>
          <p:cNvSpPr>
            <a:spLocks noGrp="1"/>
          </p:cNvSpPr>
          <p:nvPr>
            <p:ph type="dt" idx="46"/>
          </p:nvPr>
        </p:nvSpPr>
        <p:spPr>
          <a:xfrm>
            <a:off x="10361520" y="6130440"/>
            <a:ext cx="1145880" cy="370080"/>
          </a:xfrm>
          <a:prstGeom prst="rect">
            <a:avLst/>
          </a:prstGeom>
          <a:noFill/>
          <a:ln w="0">
            <a:noFill/>
          </a:ln>
        </p:spPr>
        <p:txBody>
          <a:bodyPr lIns="91440" rIns="91440" tIns="45720" bIns="45720" anchor="ctr">
            <a:noAutofit/>
          </a:bodyPr>
          <a:lstStyle>
            <a:lvl1pPr indent="0" algn="r" defTabSz="457200">
              <a:lnSpc>
                <a:spcPct val="100000"/>
              </a:lnSpc>
              <a:buNone/>
              <a:defRPr lang="pl-PL" sz="900" b="0" u="none" strike="noStrike">
                <a:solidFill>
                  <a:schemeClr val="dk1">
                    <a:tint val="75000"/>
                  </a:schemeClr>
                </a:solidFill>
                <a:effectLst/>
                <a:uFillTx/>
                <a:latin typeface="Century Gothic"/>
              </a:defRPr>
            </a:lvl1pPr>
          </a:lstStyle>
          <a:p>
            <a:pPr indent="0" algn="r" defTabSz="457200">
              <a:lnSpc>
                <a:spcPct val="100000"/>
              </a:lnSpc>
              <a:buNone/>
            </a:pPr>
            <a:r>
              <a:rPr lang="pl-PL" sz="900" b="0" u="none" strike="noStrike">
                <a:solidFill>
                  <a:schemeClr val="dk1">
                    <a:tint val="75000"/>
                  </a:schemeClr>
                </a:solidFill>
                <a:effectLst/>
                <a:uFillTx/>
                <a:latin typeface="Century Gothic"/>
              </a:rPr>
              <a:t>&lt;date/time&gt;</a:t>
            </a:r>
            <a:endParaRPr lang="en-US" sz="900" b="0" u="none" strike="noStrike">
              <a:solidFill>
                <a:srgbClr val="000000"/>
              </a:solidFill>
              <a:effectLst/>
              <a:uFillTx/>
              <a:latin typeface="Times New Roman"/>
            </a:endParaRPr>
          </a:p>
        </p:txBody>
      </p:sp>
      <p:sp>
        <p:nvSpPr>
          <p:cNvPr id="537" name="PlaceHolder 5"/>
          <p:cNvSpPr>
            <a:spLocks noGrp="1"/>
          </p:cNvSpPr>
          <p:nvPr>
            <p:ph type="ftr" idx="4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8"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Arial"/>
            </a:endParaRPr>
          </a:p>
        </p:txBody>
      </p:sp>
      <p:sp>
        <p:nvSpPr>
          <p:cNvPr id="539" name="PlaceHolder 6"/>
          <p:cNvSpPr>
            <a:spLocks noGrp="1"/>
          </p:cNvSpPr>
          <p:nvPr>
            <p:ph type="sldNum" idx="48"/>
          </p:nvPr>
        </p:nvSpPr>
        <p:spPr>
          <a:xfrm>
            <a:off x="531720" y="4983120"/>
            <a:ext cx="779400" cy="364680"/>
          </a:xfrm>
          <a:prstGeom prst="rect">
            <a:avLst/>
          </a:prstGeom>
          <a:noFill/>
          <a:ln w="0">
            <a:noFill/>
          </a:ln>
        </p:spPr>
        <p:txBody>
          <a:bodyPr lIns="91440" rIns="91440" tIns="45720" bIns="45720" anchor="ctr">
            <a:noAutofit/>
          </a:bodyPr>
          <a:lstStyle>
            <a:lvl1pPr indent="0" algn="r" defTabSz="457200">
              <a:lnSpc>
                <a:spcPct val="100000"/>
              </a:lnSpc>
              <a:buNone/>
              <a:defRPr lang="pl-PL" sz="2000" b="0" u="none" strike="noStrike">
                <a:solidFill>
                  <a:srgbClr val="feffff"/>
                </a:solidFill>
                <a:effectLst/>
                <a:uFillTx/>
                <a:latin typeface="Century Gothic"/>
              </a:defRPr>
            </a:lvl1pPr>
          </a:lstStyle>
          <a:p>
            <a:pPr indent="0" algn="r" defTabSz="457200">
              <a:lnSpc>
                <a:spcPct val="100000"/>
              </a:lnSpc>
              <a:buNone/>
            </a:pPr>
            <a:fld id="{04EB4DA8-763D-49C0-8E9E-DF7D8D10CCF1}" type="slidenum">
              <a:rPr lang="pl-PL" sz="2000" b="0" u="none" strike="noStrike">
                <a:solidFill>
                  <a:srgbClr val="feffff"/>
                </a:solidFill>
                <a:effectLst/>
                <a:uFillTx/>
                <a:latin typeface="Century Gothic"/>
              </a:rPr>
              <a:t>&lt;number&gt;</a:t>
            </a:fld>
            <a:endParaRPr lang="en-US" sz="2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title"/>
          </p:nvPr>
        </p:nvSpPr>
        <p:spPr>
          <a:xfrm>
            <a:off x="1523880" y="1600200"/>
            <a:ext cx="7820640" cy="2316960"/>
          </a:xfrm>
          <a:prstGeom prst="rect">
            <a:avLst/>
          </a:prstGeom>
          <a:noFill/>
          <a:ln w="0">
            <a:noFill/>
          </a:ln>
        </p:spPr>
        <p:txBody>
          <a:bodyPr lIns="91440" rIns="91440" tIns="45720" bIns="45720" anchor="b">
            <a:normAutofit fontScale="77500" lnSpcReduction="19999"/>
          </a:bodyPr>
          <a:p>
            <a:pPr indent="0" algn="ctr" defTabSz="457200">
              <a:lnSpc>
                <a:spcPct val="100000"/>
              </a:lnSpc>
              <a:buNone/>
            </a:pPr>
            <a:r>
              <a:rPr lang="uk-UA" sz="5400" b="0" u="none" strike="noStrike">
                <a:solidFill>
                  <a:srgbClr val="00b0f0"/>
                </a:solidFill>
                <a:effectLst/>
                <a:uFillTx/>
                <a:latin typeface="Century Gothic"/>
              </a:rPr>
              <a:t>ПРИЙНЯТТЯ УПРАВЛІНСЬКИХ РІШЕНЬ В УМОВАХ НЕВИЗНАЧЕНОСТІ</a:t>
            </a:r>
            <a:r>
              <a:rPr lang="ru-RU" sz="5400" b="0" u="none" strike="noStrike">
                <a:solidFill>
                  <a:srgbClr val="00b0f0"/>
                </a:solidFill>
                <a:effectLst/>
                <a:uFillTx/>
                <a:latin typeface="Century Gothic"/>
              </a:rPr>
              <a:t>  РИНКУ</a:t>
            </a:r>
            <a:endParaRPr lang="en-US" sz="5400" b="0" u="none" strike="noStrike">
              <a:solidFill>
                <a:schemeClr val="dk1"/>
              </a:solidFill>
              <a:effectLst/>
              <a:uFillTx/>
              <a:latin typeface="Century Gothic"/>
            </a:endParaRPr>
          </a:p>
        </p:txBody>
      </p:sp>
      <p:sp>
        <p:nvSpPr>
          <p:cNvPr id="541" name="PlaceHolder 2"/>
          <p:cNvSpPr>
            <a:spLocks noGrp="1"/>
          </p:cNvSpPr>
          <p:nvPr>
            <p:ph type="subTitle"/>
          </p:nvPr>
        </p:nvSpPr>
        <p:spPr>
          <a:xfrm>
            <a:off x="2589120" y="4777200"/>
            <a:ext cx="8915040" cy="1126080"/>
          </a:xfrm>
          <a:prstGeom prst="rect">
            <a:avLst/>
          </a:prstGeom>
          <a:noFill/>
          <a:ln w="0">
            <a:noFill/>
          </a:ln>
        </p:spPr>
        <p:txBody>
          <a:bodyPr lIns="91440" rIns="91440" tIns="45720" bIns="45720" anchor="t">
            <a:noAutofit/>
          </a:bodyPr>
          <a:p>
            <a:pPr indent="0" algn="ctr">
              <a:buNone/>
            </a:pPr>
            <a:endParaRPr lang="en-US" sz="1800" b="0" u="none" strike="noStrike">
              <a:solidFill>
                <a:schemeClr val="dk1">
                  <a:lumMod val="65000"/>
                  <a:lumOff val="35000"/>
                </a:schemeClr>
              </a:solidFill>
              <a:effectLst/>
              <a:uFillTx/>
              <a:latin typeface="Century Gothic"/>
            </a:endParaRPr>
          </a:p>
        </p:txBody>
      </p:sp>
      <p:pic>
        <p:nvPicPr>
          <p:cNvPr id="542" name="Рисунок 4"/>
          <p:cNvPicPr/>
          <p:nvPr/>
        </p:nvPicPr>
        <p:blipFill>
          <a:blip r:embed="rId1"/>
          <a:stretch/>
        </p:blipFill>
        <p:spPr>
          <a:xfrm>
            <a:off x="3930480" y="3975840"/>
            <a:ext cx="4330440" cy="31093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p:nvPr>
        </p:nvSpPr>
        <p:spPr>
          <a:xfrm>
            <a:off x="1464840" y="264240"/>
            <a:ext cx="10492920" cy="6329520"/>
          </a:xfrm>
          <a:prstGeom prst="rect">
            <a:avLst/>
          </a:prstGeom>
          <a:noFill/>
          <a:ln w="0">
            <a:noFill/>
          </a:ln>
        </p:spPr>
        <p:txBody>
          <a:bodyPr lIns="91440" rIns="91440" tIns="45720" bIns="45720" anchor="t">
            <a:noAutofit/>
          </a:bodyPr>
          <a:p>
            <a:pPr marL="181440" indent="0" algn="just" defTabSz="457200">
              <a:lnSpc>
                <a:spcPct val="150000"/>
              </a:lnSpc>
              <a:buNone/>
              <a:tabLst>
                <a:tab algn="l" pos="0"/>
              </a:tabLst>
            </a:pPr>
            <a:r>
              <a:rPr lang="uk-UA" sz="2000" b="0" u="none" strike="noStrike">
                <a:solidFill>
                  <a:schemeClr val="dk1">
                    <a:lumMod val="75000"/>
                    <a:lumOff val="25000"/>
                  </a:schemeClr>
                </a:solidFill>
                <a:effectLst/>
                <a:uFillTx/>
                <a:latin typeface="Times New Roman"/>
                <a:ea typeface="Times New Roman"/>
              </a:rPr>
              <a:t>В умовах ринку цільові задачі господарської діяльності зазнали істотних змін. Якщо в умовах командної економіки головним орієнтиром був план, що затверджується зверху, то в даний час при розробці ринкової стратегії основним орієнтиром стала ринкова кон'юнктура, характерними рисами якої є мінливість, непостійність, часті коливання. Межі ринку можуть розширюватися або звужуватися, відбуваються структурні зрушення, змінюються ціни і обсяг виробництва. Ринок чутливо реагує на більшість соціально-економічних впливів, залежить</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від</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різних</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політичних</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і</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психологічних</a:t>
            </a:r>
            <a:r>
              <a:rPr lang="uk-UA" sz="2000" b="0" u="none" spc="119"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факторів</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і</a:t>
            </a:r>
            <a:r>
              <a:rPr lang="uk-UA" sz="2000" b="0" u="none" spc="11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т.д.</a:t>
            </a:r>
            <a:r>
              <a:rPr lang="uk-UA" sz="2000" b="0" u="none" spc="116"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Не</a:t>
            </a:r>
            <a:r>
              <a:rPr lang="uk-UA" sz="2000" b="0" u="none" spc="105"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всі</a:t>
            </a:r>
            <a:r>
              <a:rPr lang="uk-UA" sz="2000" b="0" u="none" spc="119"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зміни</a:t>
            </a:r>
            <a:r>
              <a:rPr lang="uk-UA" sz="2000" b="0" u="none" spc="119"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можна «виміряти» ймовірністю. Якщо масові явища допускають загальні закономірності,</a:t>
            </a:r>
            <a:r>
              <a:rPr lang="uk-UA" sz="2000" b="0" u="none" spc="20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то поодинокі події пов'язані з невизначеністю.</a:t>
            </a:r>
            <a:endParaRPr lang="en-US" sz="2000" b="0" u="none" strike="noStrike">
              <a:solidFill>
                <a:schemeClr val="dk1">
                  <a:lumMod val="75000"/>
                  <a:lumOff val="25000"/>
                </a:schemeClr>
              </a:solidFill>
              <a:effectLst/>
              <a:uFillTx/>
              <a:latin typeface="Century Gothic"/>
            </a:endParaRPr>
          </a:p>
          <a:p>
            <a:pPr indent="0" algn="just" defTabSz="457200">
              <a:lnSpc>
                <a:spcPct val="150000"/>
              </a:lnSpc>
              <a:buNone/>
              <a:tabLst>
                <a:tab algn="l" pos="0"/>
              </a:tabLst>
            </a:pPr>
            <a:r>
              <a:rPr lang="uk-UA" sz="2200" b="0" u="none"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При вирішенні ряду завдань невизначеність може бути викликана не свідомою протидією протилежного боку, а неповнотою інформації про умови, в</a:t>
            </a:r>
            <a:r>
              <a:rPr lang="uk-UA" sz="2000" b="0" u="none" spc="20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яких діють сторони. Наприклад, невідомий обсяг попиту на визначений вид продукції. За допомогою теорії ігор можна моделювати ситуації в тих випадках, коли одним з гравців є зовнішнє середовище. </a:t>
            </a:r>
            <a:endParaRPr lang="en-US" sz="20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p:nvPr>
        </p:nvSpPr>
        <p:spPr>
          <a:xfrm>
            <a:off x="1846440" y="266400"/>
            <a:ext cx="10262160" cy="6480360"/>
          </a:xfrm>
          <a:prstGeom prst="rect">
            <a:avLst/>
          </a:prstGeom>
          <a:noFill/>
          <a:ln w="0">
            <a:noFill/>
          </a:ln>
        </p:spPr>
        <p:txBody>
          <a:bodyPr lIns="91440" rIns="91440" tIns="45720" bIns="45720" anchor="t">
            <a:noAutofit/>
          </a:bodyPr>
          <a:p>
            <a:pPr indent="0" algn="just" defTabSz="457200">
              <a:lnSpc>
                <a:spcPct val="150000"/>
              </a:lnSpc>
              <a:buNone/>
              <a:tabLst>
                <a:tab algn="l" pos="0"/>
              </a:tabLst>
            </a:pPr>
            <a:r>
              <a:rPr lang="uk-UA" sz="2400" b="0" u="none"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Однією з характерних і суттєвих рис громадського, соціально-економічного процесу є розмаїття та різноплановість інтересів і наявність сторін, які є носіями таких інтересів. Класичними прикладами є ринкові відносини: продавець -</a:t>
            </a:r>
            <a:r>
              <a:rPr lang="uk-UA" sz="2000" b="0" u="none" spc="20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покупець; кілька виробників товару, які можуть об'єднуватися та встановлювати ціну товару; кілька конкуруючих між собою виробників. Більш складні конфліктні ситуації обумовлені наявністю об'єднань та груп, інтереси яких не співпадають: визначення рівня заробітної плати об'єднанням профспілок і підприємців та ін.</a:t>
            </a:r>
            <a:endParaRPr lang="en-US" sz="2000" b="0" u="none" strike="noStrike">
              <a:solidFill>
                <a:schemeClr val="dk1">
                  <a:lumMod val="75000"/>
                  <a:lumOff val="25000"/>
                </a:schemeClr>
              </a:solidFill>
              <a:effectLst/>
              <a:uFillTx/>
              <a:latin typeface="Century Gothic"/>
            </a:endParaRPr>
          </a:p>
          <a:p>
            <a:pPr indent="0" algn="just" defTabSz="457200">
              <a:lnSpc>
                <a:spcPct val="150000"/>
              </a:lnSpc>
              <a:buNone/>
              <a:tabLst>
                <a:tab algn="l" pos="0"/>
              </a:tabLst>
            </a:pPr>
            <a:r>
              <a:rPr lang="uk-UA" sz="2000" b="0" u="none" strike="noStrike">
                <a:solidFill>
                  <a:schemeClr val="dk1">
                    <a:lumMod val="75000"/>
                    <a:lumOff val="25000"/>
                  </a:schemeClr>
                </a:solidFill>
                <a:effectLst/>
                <a:uFillTx/>
                <a:latin typeface="Times New Roman"/>
                <a:ea typeface="Times New Roman"/>
              </a:rPr>
              <a:t>      Конфлікт може виникнути також через розбіжності цілей, які віддзеркалюють не лише несполучні інтереси різних осіб або сторін, а також різноманітні інтереси однієї і тієї ж особи. Багато таких ситуацій можна зустріти в різних сферах діяльності, в тому числі, в економіці, менеджменті  та маркетингу</a:t>
            </a:r>
            <a:endParaRPr lang="en-US" sz="2000" b="0" u="none" strike="noStrike">
              <a:solidFill>
                <a:schemeClr val="dk1">
                  <a:lumMod val="75000"/>
                  <a:lumOff val="25000"/>
                </a:schemeClr>
              </a:solidFill>
              <a:effectLst/>
              <a:uFillTx/>
              <a:latin typeface="Century Gothic"/>
            </a:endParaRPr>
          </a:p>
          <a:p>
            <a:pPr indent="0" algn="just" defTabSz="457200">
              <a:lnSpc>
                <a:spcPct val="150000"/>
              </a:lnSpc>
              <a:spcBef>
                <a:spcPts val="1001"/>
              </a:spcBef>
              <a:buNone/>
              <a:tabLst>
                <a:tab algn="l" pos="0"/>
              </a:tabLst>
            </a:pPr>
            <a:endParaRPr lang="en-US" sz="24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Місце для вмісту 8"/>
          <p:cNvPicPr/>
          <p:nvPr/>
        </p:nvPicPr>
        <p:blipFill>
          <a:blip r:embed="rId1"/>
          <a:stretch/>
        </p:blipFill>
        <p:spPr>
          <a:xfrm>
            <a:off x="0" y="20520"/>
            <a:ext cx="9511920" cy="68371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6" name="Місце для вмісту 4"/>
          <p:cNvPicPr/>
          <p:nvPr/>
        </p:nvPicPr>
        <p:blipFill>
          <a:blip r:embed="rId1"/>
          <a:stretch/>
        </p:blipFill>
        <p:spPr>
          <a:xfrm>
            <a:off x="923760" y="1017000"/>
            <a:ext cx="8131680" cy="5840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7" name="Місце для вмісту 4"/>
          <p:cNvPicPr/>
          <p:nvPr/>
        </p:nvPicPr>
        <p:blipFill>
          <a:blip r:embed="rId1"/>
          <a:stretch/>
        </p:blipFill>
        <p:spPr>
          <a:xfrm>
            <a:off x="1269360" y="624240"/>
            <a:ext cx="8548920" cy="6272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8" name="Рисунок 4"/>
          <p:cNvPicPr/>
          <p:nvPr/>
        </p:nvPicPr>
        <p:blipFill>
          <a:blip r:embed="rId1"/>
          <a:stretch/>
        </p:blipFill>
        <p:spPr>
          <a:xfrm>
            <a:off x="2475360" y="427680"/>
            <a:ext cx="7009920" cy="1037880"/>
          </a:xfrm>
          <a:prstGeom prst="rect">
            <a:avLst/>
          </a:prstGeom>
          <a:noFill/>
          <a:ln w="0">
            <a:noFill/>
          </a:ln>
        </p:spPr>
      </p:pic>
      <p:pic>
        <p:nvPicPr>
          <p:cNvPr id="549" name="Рисунок 6"/>
          <p:cNvPicPr/>
          <p:nvPr/>
        </p:nvPicPr>
        <p:blipFill>
          <a:blip r:embed="rId2"/>
          <a:stretch/>
        </p:blipFill>
        <p:spPr>
          <a:xfrm>
            <a:off x="506160" y="1288800"/>
            <a:ext cx="8745840" cy="54669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0" name="Місце для вмісту 6"/>
          <p:cNvPicPr/>
          <p:nvPr/>
        </p:nvPicPr>
        <p:blipFill>
          <a:blip r:embed="rId1"/>
          <a:stretch/>
        </p:blipFill>
        <p:spPr>
          <a:xfrm>
            <a:off x="2824560" y="1141200"/>
            <a:ext cx="8376840" cy="5716440"/>
          </a:xfrm>
          <a:prstGeom prst="rect">
            <a:avLst/>
          </a:prstGeom>
          <a:noFill/>
          <a:ln w="0">
            <a:noFill/>
          </a:ln>
        </p:spPr>
      </p:pic>
      <p:pic>
        <p:nvPicPr>
          <p:cNvPr id="551" name="Рисунок 4"/>
          <p:cNvPicPr/>
          <p:nvPr/>
        </p:nvPicPr>
        <p:blipFill>
          <a:blip r:embed="rId2"/>
          <a:stretch/>
        </p:blipFill>
        <p:spPr>
          <a:xfrm>
            <a:off x="4129920" y="221760"/>
            <a:ext cx="5866920" cy="8568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2" name="Місце для вмісту 6"/>
          <p:cNvPicPr/>
          <p:nvPr/>
        </p:nvPicPr>
        <p:blipFill>
          <a:blip r:embed="rId1"/>
          <a:stretch/>
        </p:blipFill>
        <p:spPr>
          <a:xfrm>
            <a:off x="479520" y="1226520"/>
            <a:ext cx="9303480" cy="5540400"/>
          </a:xfrm>
          <a:prstGeom prst="rect">
            <a:avLst/>
          </a:prstGeom>
          <a:noFill/>
          <a:ln w="0">
            <a:noFill/>
          </a:ln>
        </p:spPr>
      </p:pic>
      <p:pic>
        <p:nvPicPr>
          <p:cNvPr id="553" name="Рисунок 4"/>
          <p:cNvPicPr/>
          <p:nvPr/>
        </p:nvPicPr>
        <p:blipFill>
          <a:blip r:embed="rId2"/>
          <a:stretch/>
        </p:blipFill>
        <p:spPr>
          <a:xfrm>
            <a:off x="2698200" y="0"/>
            <a:ext cx="7505280" cy="14378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p:nvPr>
        </p:nvSpPr>
        <p:spPr>
          <a:xfrm>
            <a:off x="1393920" y="497160"/>
            <a:ext cx="10226880" cy="6045480"/>
          </a:xfrm>
          <a:prstGeom prst="rect">
            <a:avLst/>
          </a:prstGeom>
          <a:noFill/>
          <a:ln w="0">
            <a:noFill/>
          </a:ln>
        </p:spPr>
        <p:txBody>
          <a:bodyPr lIns="91440" rIns="91440" tIns="45720" bIns="45720" anchor="t">
            <a:normAutofit/>
          </a:bodyPr>
          <a:p>
            <a:pPr marL="181440" indent="0" algn="just" defTabSz="457200">
              <a:lnSpc>
                <a:spcPct val="150000"/>
              </a:lnSpc>
              <a:spcBef>
                <a:spcPts val="799"/>
              </a:spcBef>
              <a:buNone/>
              <a:tabLst>
                <a:tab algn="l" pos="0"/>
              </a:tabLst>
            </a:pPr>
            <a:r>
              <a:rPr lang="uk-UA" sz="2400" b="0" u="none" strike="noStrike">
                <a:solidFill>
                  <a:schemeClr val="dk1">
                    <a:lumMod val="75000"/>
                    <a:lumOff val="25000"/>
                  </a:schemeClr>
                </a:solidFill>
                <a:effectLst/>
                <a:uFillTx/>
                <a:latin typeface="Times New Roman"/>
                <a:ea typeface="Times New Roman"/>
              </a:rPr>
              <a:t>      При вирішенні  задач управління в умовах ринкової невизначеності часто використовується  </a:t>
            </a:r>
            <a:r>
              <a:rPr lang="uk-UA" sz="2400" b="1" u="none" strike="noStrike">
                <a:solidFill>
                  <a:schemeClr val="dk1">
                    <a:lumMod val="75000"/>
                    <a:lumOff val="25000"/>
                  </a:schemeClr>
                </a:solidFill>
                <a:effectLst/>
                <a:uFillTx/>
                <a:latin typeface="Times New Roman"/>
                <a:ea typeface="Times New Roman"/>
              </a:rPr>
              <a:t>теорія ігор </a:t>
            </a:r>
            <a:r>
              <a:rPr lang="uk-UA" sz="2400" b="0" u="none" strike="noStrike">
                <a:solidFill>
                  <a:schemeClr val="dk1">
                    <a:lumMod val="75000"/>
                    <a:lumOff val="25000"/>
                  </a:schemeClr>
                </a:solidFill>
                <a:effectLst/>
                <a:uFillTx/>
                <a:latin typeface="Times New Roman"/>
                <a:ea typeface="Times New Roman"/>
              </a:rPr>
              <a:t>- це математичний підхід до пошуку оптимальних рішень в умовах конфлікту або невизначеності. Перший систематичний виклад цієї теорії дано в книзі американського економіста Дж. фон Неймана «Теорія ігор і економічна поведінка».</a:t>
            </a:r>
            <a:endParaRPr lang="en-US" sz="2400" b="0" u="none" strike="noStrike">
              <a:solidFill>
                <a:schemeClr val="dk1">
                  <a:lumMod val="75000"/>
                  <a:lumOff val="25000"/>
                </a:schemeClr>
              </a:solidFill>
              <a:effectLst/>
              <a:uFillTx/>
              <a:latin typeface="Century Gothic"/>
            </a:endParaRPr>
          </a:p>
          <a:p>
            <a:pPr marL="181440" indent="0" algn="just" defTabSz="457200">
              <a:lnSpc>
                <a:spcPct val="150000"/>
              </a:lnSpc>
              <a:spcBef>
                <a:spcPts val="1001"/>
              </a:spcBef>
              <a:buNone/>
              <a:tabLst>
                <a:tab algn="l" pos="0"/>
              </a:tabLst>
            </a:pPr>
            <a:r>
              <a:rPr lang="uk-UA" sz="2400" b="0" u="none" strike="noStrike">
                <a:solidFill>
                  <a:schemeClr val="dk1">
                    <a:lumMod val="75000"/>
                    <a:lumOff val="25000"/>
                  </a:schemeClr>
                </a:solidFill>
                <a:effectLst/>
                <a:uFillTx/>
                <a:latin typeface="Times New Roman"/>
                <a:ea typeface="Times New Roman"/>
              </a:rPr>
              <a:t>     Під грою зазвичай розуміють математичну модель ситуації, тобто сукупність правил, що описують ситуацію. Кожен гравець може на свій розсуд здійснювати деяку стратегію з наявних можливих. Стратегія являє собою набір можливих</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рішень, що визначають дії гравця на кожному етапі гри.</a:t>
            </a:r>
            <a:endParaRPr lang="en-US" sz="2400" b="0" u="none" strike="noStrike">
              <a:solidFill>
                <a:schemeClr val="dk1">
                  <a:lumMod val="75000"/>
                  <a:lumOff val="25000"/>
                </a:schemeClr>
              </a:solidFill>
              <a:effectLst/>
              <a:uFillTx/>
              <a:latin typeface="Century Gothic"/>
            </a:endParaRPr>
          </a:p>
          <a:p>
            <a:pPr indent="0" defTabSz="457200">
              <a:lnSpc>
                <a:spcPct val="100000"/>
              </a:lnSpc>
              <a:spcBef>
                <a:spcPts val="1001"/>
              </a:spcBef>
              <a:buNone/>
              <a:tabLst>
                <a:tab algn="l" pos="0"/>
              </a:tabLst>
            </a:pPr>
            <a:endParaRPr lang="en-US" sz="18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p:nvPr>
        </p:nvSpPr>
        <p:spPr>
          <a:xfrm>
            <a:off x="1620720" y="602280"/>
            <a:ext cx="10261440" cy="5652720"/>
          </a:xfrm>
          <a:prstGeom prst="rect">
            <a:avLst/>
          </a:prstGeom>
          <a:noFill/>
          <a:ln w="0">
            <a:noFill/>
          </a:ln>
        </p:spPr>
        <p:txBody>
          <a:bodyPr lIns="91440" rIns="91440" tIns="45720" bIns="45720" anchor="t">
            <a:normAutofit lnSpcReduction="9999"/>
          </a:bodyPr>
          <a:p>
            <a:pPr marL="181440" indent="0" algn="just" defTabSz="457200">
              <a:lnSpc>
                <a:spcPct val="150000"/>
              </a:lnSpc>
              <a:buNone/>
              <a:tabLst>
                <a:tab algn="l" pos="0"/>
              </a:tabLst>
            </a:pPr>
            <a:r>
              <a:rPr lang="uk-UA" sz="2400" b="0" u="none" strike="noStrike">
                <a:solidFill>
                  <a:schemeClr val="dk1">
                    <a:lumMod val="75000"/>
                    <a:lumOff val="25000"/>
                  </a:schemeClr>
                </a:solidFill>
                <a:effectLst/>
                <a:uFillTx/>
                <a:latin typeface="Times New Roman"/>
                <a:ea typeface="Times New Roman"/>
              </a:rPr>
              <a:t>Характерною особливістю відповідних моделей є розробка математичного апарата з прийняття рішень в умовах так званої природної невизначеності.</a:t>
            </a:r>
            <a:endParaRPr lang="en-US" sz="2400" b="0" u="none" strike="noStrike">
              <a:solidFill>
                <a:schemeClr val="dk1">
                  <a:lumMod val="75000"/>
                  <a:lumOff val="25000"/>
                </a:schemeClr>
              </a:solidFill>
              <a:effectLst/>
              <a:uFillTx/>
              <a:latin typeface="Century Gothic"/>
            </a:endParaRPr>
          </a:p>
          <a:p>
            <a:pPr marL="181440" indent="0" algn="just" defTabSz="457200">
              <a:lnSpc>
                <a:spcPct val="150000"/>
              </a:lnSpc>
              <a:buNone/>
              <a:tabLst>
                <a:tab algn="l" pos="0"/>
              </a:tabLst>
            </a:pPr>
            <a:r>
              <a:rPr lang="uk-UA" sz="2400" b="0" u="none" strike="noStrike">
                <a:solidFill>
                  <a:schemeClr val="dk1">
                    <a:lumMod val="75000"/>
                    <a:lumOff val="25000"/>
                  </a:schemeClr>
                </a:solidFill>
                <a:effectLst/>
                <a:uFillTx/>
                <a:latin typeface="Times New Roman"/>
                <a:ea typeface="Times New Roman"/>
              </a:rPr>
              <a:t>     Будь-яка математична модель перебігу економічного, соціального та інших процесів має адекватно віддзеркалювати притаманні їм особливості конфлікту та методи його вирішення:</a:t>
            </a:r>
            <a:endParaRPr lang="en-US" sz="2400" b="0" u="none" strike="noStrike">
              <a:solidFill>
                <a:schemeClr val="dk1">
                  <a:lumMod val="75000"/>
                  <a:lumOff val="25000"/>
                </a:schemeClr>
              </a:solidFill>
              <a:effectLst/>
              <a:uFillTx/>
              <a:latin typeface="Century Gothic"/>
            </a:endParaRPr>
          </a:p>
          <a:p>
            <a:pPr marL="181440" indent="449640" algn="just" defTabSz="457200">
              <a:lnSpc>
                <a:spcPct val="150000"/>
              </a:lnSpc>
              <a:buClr>
                <a:srgbClr val="353535"/>
              </a:buClr>
              <a:buFont typeface="Wingdings 3" charset="2"/>
              <a:buChar char=""/>
              <a:tabLst>
                <a:tab algn="l" pos="0"/>
              </a:tabLst>
            </a:pPr>
            <a:r>
              <a:rPr lang="uk-UA" sz="2400" b="0" u="none" strike="noStrike">
                <a:solidFill>
                  <a:schemeClr val="dk1">
                    <a:lumMod val="75000"/>
                    <a:lumOff val="25000"/>
                  </a:schemeClr>
                </a:solidFill>
                <a:effectLst/>
                <a:uFillTx/>
                <a:latin typeface="Times New Roman"/>
                <a:ea typeface="Times New Roman"/>
              </a:rPr>
              <a:t>а) перелік зацікавлених сторін, які будемо називати гравцями; в літературі з теорії гри користуються й іншими назвами: сторони, учасники і т. ін.;</a:t>
            </a:r>
            <a:endParaRPr lang="en-US" sz="2400" b="0" u="none" strike="noStrike">
              <a:solidFill>
                <a:schemeClr val="dk1">
                  <a:lumMod val="75000"/>
                  <a:lumOff val="25000"/>
                </a:schemeClr>
              </a:solidFill>
              <a:effectLst/>
              <a:uFillTx/>
              <a:latin typeface="Century Gothic"/>
            </a:endParaRPr>
          </a:p>
          <a:p>
            <a:pPr marL="181440" indent="449640" algn="just" defTabSz="457200">
              <a:lnSpc>
                <a:spcPct val="150000"/>
              </a:lnSpc>
              <a:buClr>
                <a:srgbClr val="353535"/>
              </a:buClr>
              <a:buFont typeface="Wingdings 3" charset="2"/>
              <a:buChar char=""/>
              <a:tabLst>
                <a:tab algn="l" pos="0"/>
              </a:tabLst>
            </a:pPr>
            <a:r>
              <a:rPr lang="uk-UA" sz="2400" b="0" u="none" strike="noStrike">
                <a:solidFill>
                  <a:schemeClr val="dk1">
                    <a:lumMod val="75000"/>
                    <a:lumOff val="25000"/>
                  </a:schemeClr>
                </a:solidFill>
                <a:effectLst/>
                <a:uFillTx/>
                <a:latin typeface="Times New Roman"/>
                <a:ea typeface="Times New Roman"/>
              </a:rPr>
              <a:t>б) перелік можливих дій усіх учасників гри в залежності від ситуації; кожна можлива дія називається ходом або стратегією;</a:t>
            </a:r>
            <a:endParaRPr lang="en-US" sz="2400" b="0" u="none" strike="noStrike">
              <a:solidFill>
                <a:schemeClr val="dk1">
                  <a:lumMod val="75000"/>
                  <a:lumOff val="25000"/>
                </a:schemeClr>
              </a:solidFill>
              <a:effectLst/>
              <a:uFillTx/>
              <a:latin typeface="Century Gothic"/>
            </a:endParaRPr>
          </a:p>
          <a:p>
            <a:pPr indent="0" defTabSz="457200">
              <a:lnSpc>
                <a:spcPct val="100000"/>
              </a:lnSpc>
              <a:spcBef>
                <a:spcPts val="1001"/>
              </a:spcBef>
              <a:buNone/>
              <a:tabLst>
                <a:tab algn="l" pos="0"/>
              </a:tabLst>
            </a:pPr>
            <a:endParaRPr lang="en-US" sz="18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p:nvPr>
        </p:nvSpPr>
        <p:spPr>
          <a:xfrm>
            <a:off x="1402560" y="408240"/>
            <a:ext cx="10271160" cy="6178320"/>
          </a:xfrm>
          <a:prstGeom prst="rect">
            <a:avLst/>
          </a:prstGeom>
          <a:noFill/>
          <a:ln w="0">
            <a:noFill/>
          </a:ln>
        </p:spPr>
        <p:txBody>
          <a:bodyPr lIns="91440" rIns="91440" tIns="45720" bIns="45720" anchor="t">
            <a:normAutofit lnSpcReduction="9999"/>
          </a:bodyPr>
          <a:p>
            <a:pPr marL="181440" indent="449640" algn="just" defTabSz="457200">
              <a:lnSpc>
                <a:spcPct val="150000"/>
              </a:lnSpc>
              <a:spcBef>
                <a:spcPts val="1001"/>
              </a:spcBef>
              <a:buClr>
                <a:srgbClr val="353535"/>
              </a:buClr>
              <a:buFont typeface="Wingdings 3" charset="2"/>
              <a:buChar char=""/>
            </a:pPr>
            <a:r>
              <a:rPr lang="uk-UA" sz="2400" b="0" u="none" strike="noStrike">
                <a:solidFill>
                  <a:schemeClr val="dk1">
                    <a:lumMod val="75000"/>
                    <a:lumOff val="25000"/>
                  </a:schemeClr>
                </a:solidFill>
                <a:effectLst/>
                <a:uFillTx/>
                <a:latin typeface="Times New Roman"/>
                <a:ea typeface="Times New Roman"/>
              </a:rPr>
              <a:t>в) інтереси сторін, представлені певною мірою; залежності таких інтересів від ситуації описуються так званими функціями виграшу.</a:t>
            </a:r>
            <a:endParaRPr lang="en-US" sz="2400" b="0" u="none" strike="noStrike">
              <a:solidFill>
                <a:schemeClr val="dk1">
                  <a:lumMod val="75000"/>
                  <a:lumOff val="25000"/>
                </a:schemeClr>
              </a:solidFill>
              <a:effectLst/>
              <a:uFillTx/>
              <a:latin typeface="Century Gothic"/>
            </a:endParaRPr>
          </a:p>
          <a:p>
            <a:pPr marL="402480" indent="0" algn="just" defTabSz="457200">
              <a:lnSpc>
                <a:spcPct val="150000"/>
              </a:lnSpc>
              <a:spcBef>
                <a:spcPts val="1001"/>
              </a:spcBef>
              <a:buNone/>
              <a:tabLst>
                <a:tab algn="l" pos="0"/>
              </a:tabLst>
            </a:pPr>
            <a:r>
              <a:rPr lang="uk-UA" sz="2400" b="0" u="none" strike="noStrike">
                <a:solidFill>
                  <a:schemeClr val="dk1">
                    <a:lumMod val="75000"/>
                    <a:lumOff val="25000"/>
                  </a:schemeClr>
                </a:solidFill>
                <a:effectLst/>
                <a:uFillTx/>
                <a:latin typeface="Times New Roman"/>
                <a:ea typeface="Times New Roman"/>
              </a:rPr>
              <a:t>Правила</a:t>
            </a:r>
            <a:r>
              <a:rPr lang="uk-UA" sz="2400" b="0" u="none" spc="-45"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гри</a:t>
            </a:r>
            <a:r>
              <a:rPr lang="uk-UA" sz="2400" b="0" u="none" spc="-3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визначаються</a:t>
            </a:r>
            <a:r>
              <a:rPr lang="uk-UA" sz="2400" b="0" u="none" spc="-3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наступною</a:t>
            </a:r>
            <a:r>
              <a:rPr lang="uk-UA" sz="2400" b="0" u="none" spc="-31"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інформацією:</a:t>
            </a:r>
            <a:endParaRPr lang="en-US" sz="2400" b="0" u="none" strike="noStrike">
              <a:solidFill>
                <a:schemeClr val="dk1">
                  <a:lumMod val="75000"/>
                  <a:lumOff val="25000"/>
                </a:schemeClr>
              </a:solidFill>
              <a:effectLst/>
              <a:uFillTx/>
              <a:latin typeface="Century Gothic"/>
            </a:endParaRPr>
          </a:p>
          <a:p>
            <a:pPr marL="343080" indent="-343080" algn="just" defTabSz="457200">
              <a:lnSpc>
                <a:spcPct val="150000"/>
              </a:lnSpc>
              <a:spcBef>
                <a:spcPts val="771"/>
              </a:spcBef>
              <a:buClr>
                <a:srgbClr val="353535"/>
              </a:buClr>
              <a:buFont typeface="Times New Roman"/>
              <a:buChar char="-"/>
              <a:tabLst>
                <a:tab algn="l" pos="734040"/>
              </a:tabLst>
            </a:pPr>
            <a:r>
              <a:rPr lang="uk-UA" sz="2400" b="0" u="none" strike="noStrike">
                <a:solidFill>
                  <a:schemeClr val="dk1">
                    <a:lumMod val="75000"/>
                    <a:lumOff val="25000"/>
                  </a:schemeClr>
                </a:solidFill>
                <a:effectLst/>
                <a:uFillTx/>
                <a:latin typeface="Times New Roman"/>
                <a:ea typeface="Times New Roman"/>
              </a:rPr>
              <a:t>система</a:t>
            </a:r>
            <a:r>
              <a:rPr lang="uk-UA" sz="2400" b="0" u="none" spc="-3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умов,</a:t>
            </a:r>
            <a:r>
              <a:rPr lang="uk-UA" sz="2400" b="0" u="none" spc="-26"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що</a:t>
            </a:r>
            <a:r>
              <a:rPr lang="uk-UA" sz="2400" b="0" u="none" spc="-34"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визначають</a:t>
            </a:r>
            <a:r>
              <a:rPr lang="uk-UA" sz="2400" b="0" u="none" spc="-20"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дії</a:t>
            </a:r>
            <a:r>
              <a:rPr lang="uk-UA" sz="2400" b="0" u="none" spc="-20"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гравців</a:t>
            </a:r>
            <a:r>
              <a:rPr lang="uk-UA" sz="2400" b="0" u="none" spc="-26"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на</a:t>
            </a:r>
            <a:r>
              <a:rPr lang="uk-UA" sz="2400" b="0" u="none" spc="-20"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кожному</a:t>
            </a:r>
            <a:r>
              <a:rPr lang="uk-UA" sz="2400" b="0" u="none" spc="-11" strike="noStrike">
                <a:solidFill>
                  <a:schemeClr val="dk1">
                    <a:lumMod val="75000"/>
                    <a:lumOff val="25000"/>
                  </a:schemeClr>
                </a:solidFill>
                <a:effectLst/>
                <a:uFillTx/>
                <a:latin typeface="Times New Roman"/>
                <a:ea typeface="Times New Roman"/>
              </a:rPr>
              <a:t> етапі;</a:t>
            </a:r>
            <a:endParaRPr lang="en-US" sz="2400" b="0" u="none" strike="noStrike">
              <a:solidFill>
                <a:schemeClr val="dk1">
                  <a:lumMod val="75000"/>
                  <a:lumOff val="25000"/>
                </a:schemeClr>
              </a:solidFill>
              <a:effectLst/>
              <a:uFillTx/>
              <a:latin typeface="Century Gothic"/>
            </a:endParaRPr>
          </a:p>
          <a:p>
            <a:pPr marL="343080" indent="-343080" algn="just" defTabSz="457200">
              <a:lnSpc>
                <a:spcPct val="150000"/>
              </a:lnSpc>
              <a:spcBef>
                <a:spcPts val="816"/>
              </a:spcBef>
              <a:buClr>
                <a:srgbClr val="353535"/>
              </a:buClr>
              <a:buFont typeface="Times New Roman"/>
              <a:buChar char="-"/>
              <a:tabLst>
                <a:tab algn="l" pos="734040"/>
              </a:tabLst>
            </a:pPr>
            <a:r>
              <a:rPr lang="uk-UA" sz="2400" b="0" u="none" strike="noStrike">
                <a:solidFill>
                  <a:schemeClr val="dk1">
                    <a:lumMod val="75000"/>
                    <a:lumOff val="25000"/>
                  </a:schemeClr>
                </a:solidFill>
                <a:effectLst/>
                <a:uFillTx/>
                <a:latin typeface="Times New Roman"/>
                <a:ea typeface="Times New Roman"/>
              </a:rPr>
              <a:t>обсяг</a:t>
            </a:r>
            <a:r>
              <a:rPr lang="uk-UA" sz="2400" b="0" u="none" spc="-26"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інформації</a:t>
            </a:r>
            <a:r>
              <a:rPr lang="uk-UA" sz="2400" b="0" u="none" spc="-20"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у</a:t>
            </a:r>
            <a:r>
              <a:rPr lang="uk-UA" sz="2400" b="0" u="none" spc="-34"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кожного</a:t>
            </a:r>
            <a:r>
              <a:rPr lang="uk-UA" sz="2400" b="0" u="none" spc="-14"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гравця;</a:t>
            </a:r>
            <a:endParaRPr lang="en-US" sz="2400" b="0" u="none" strike="noStrike">
              <a:solidFill>
                <a:schemeClr val="dk1">
                  <a:lumMod val="75000"/>
                  <a:lumOff val="25000"/>
                </a:schemeClr>
              </a:solidFill>
              <a:effectLst/>
              <a:uFillTx/>
              <a:latin typeface="Century Gothic"/>
            </a:endParaRPr>
          </a:p>
          <a:p>
            <a:pPr marL="343080" indent="-343080" algn="just" defTabSz="457200">
              <a:lnSpc>
                <a:spcPct val="150000"/>
              </a:lnSpc>
              <a:spcBef>
                <a:spcPts val="799"/>
              </a:spcBef>
              <a:buClr>
                <a:srgbClr val="353535"/>
              </a:buClr>
              <a:buFont typeface="Times New Roman"/>
              <a:buChar char="-"/>
              <a:tabLst>
                <a:tab algn="l" pos="734040"/>
              </a:tabLst>
            </a:pPr>
            <a:r>
              <a:rPr lang="uk-UA" sz="2400" b="0" u="none" strike="noStrike">
                <a:solidFill>
                  <a:schemeClr val="dk1">
                    <a:lumMod val="75000"/>
                    <a:lumOff val="25000"/>
                  </a:schemeClr>
                </a:solidFill>
                <a:effectLst/>
                <a:uFillTx/>
                <a:latin typeface="Times New Roman"/>
                <a:ea typeface="Times New Roman"/>
              </a:rPr>
              <a:t>результат</a:t>
            </a:r>
            <a:r>
              <a:rPr lang="uk-UA" sz="2400" b="0" u="none" spc="-34"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використання</a:t>
            </a:r>
            <a:r>
              <a:rPr lang="uk-UA" sz="2400" b="0" u="none" spc="-3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обраної</a:t>
            </a:r>
            <a:r>
              <a:rPr lang="uk-UA" sz="2400" b="0" u="none" spc="-34"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стратегії</a:t>
            </a:r>
            <a:r>
              <a:rPr lang="uk-UA" sz="2400" b="0" u="none" spc="-26"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на</a:t>
            </a:r>
            <a:r>
              <a:rPr lang="uk-UA" sz="2400" b="0" u="none" spc="-3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кожному</a:t>
            </a:r>
            <a:r>
              <a:rPr lang="uk-UA" sz="2400" b="0" u="none" spc="-20"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етапі.</a:t>
            </a:r>
            <a:endParaRPr lang="en-US" sz="2400" b="0" u="none" strike="noStrike">
              <a:solidFill>
                <a:schemeClr val="dk1">
                  <a:lumMod val="75000"/>
                  <a:lumOff val="25000"/>
                </a:schemeClr>
              </a:solidFill>
              <a:effectLst/>
              <a:uFillTx/>
              <a:latin typeface="Century Gothic"/>
            </a:endParaRPr>
          </a:p>
          <a:p>
            <a:pPr marL="181440" indent="0" algn="just" defTabSz="457200">
              <a:lnSpc>
                <a:spcPct val="150000"/>
              </a:lnSpc>
              <a:spcBef>
                <a:spcPts val="805"/>
              </a:spcBef>
              <a:buNone/>
              <a:tabLst>
                <a:tab algn="l" pos="0"/>
              </a:tabLst>
            </a:pPr>
            <a:r>
              <a:rPr lang="uk-UA" sz="2400" b="0" u="none" strike="noStrike">
                <a:solidFill>
                  <a:schemeClr val="dk1">
                    <a:lumMod val="75000"/>
                    <a:lumOff val="25000"/>
                  </a:schemeClr>
                </a:solidFill>
                <a:effectLst/>
                <a:uFillTx/>
                <a:latin typeface="Times New Roman"/>
                <a:ea typeface="Times New Roman"/>
              </a:rPr>
              <a:t>Залежно від кількості задіяних гравців ігри можуть бути парними або </a:t>
            </a:r>
            <a:r>
              <a:rPr lang="uk-UA" sz="2400" b="0" u="none" spc="-11" strike="noStrike">
                <a:solidFill>
                  <a:schemeClr val="dk1">
                    <a:lumMod val="75000"/>
                    <a:lumOff val="25000"/>
                  </a:schemeClr>
                </a:solidFill>
                <a:effectLst/>
                <a:uFillTx/>
                <a:latin typeface="Times New Roman"/>
                <a:ea typeface="Times New Roman"/>
              </a:rPr>
              <a:t>множинними.</a:t>
            </a:r>
            <a:endParaRPr lang="en-US" sz="2400" b="0" u="none" strike="noStrike">
              <a:solidFill>
                <a:schemeClr val="dk1">
                  <a:lumMod val="75000"/>
                  <a:lumOff val="25000"/>
                </a:schemeClr>
              </a:solidFill>
              <a:effectLst/>
              <a:uFillTx/>
              <a:latin typeface="Century Gothic"/>
            </a:endParaRPr>
          </a:p>
          <a:p>
            <a:pPr marL="181440" indent="0" algn="just" defTabSz="457200">
              <a:lnSpc>
                <a:spcPct val="150000"/>
              </a:lnSpc>
              <a:spcBef>
                <a:spcPts val="805"/>
              </a:spcBef>
              <a:buNone/>
              <a:tabLst>
                <a:tab algn="l" pos="0"/>
              </a:tabLst>
            </a:pPr>
            <a:r>
              <a:rPr lang="uk-UA" sz="2400" b="0" u="none" strike="noStrike">
                <a:solidFill>
                  <a:schemeClr val="dk1">
                    <a:lumMod val="75000"/>
                    <a:lumOff val="25000"/>
                  </a:schemeClr>
                </a:solidFill>
                <a:effectLst/>
                <a:uFillTx/>
                <a:latin typeface="Times New Roman"/>
                <a:ea typeface="Times New Roman"/>
              </a:rPr>
              <a:t>Залежно від кількості стратегій у кожного гравця, ігри поділяються на кінцеві (при кінцевому числі стратегій) і нескінченні.</a:t>
            </a:r>
            <a:endParaRPr lang="en-US" sz="2400" b="0" u="none" strike="noStrike">
              <a:solidFill>
                <a:schemeClr val="dk1">
                  <a:lumMod val="75000"/>
                  <a:lumOff val="25000"/>
                </a:schemeClr>
              </a:solidFill>
              <a:effectLst/>
              <a:uFillTx/>
              <a:latin typeface="Century Gothic"/>
            </a:endParaRPr>
          </a:p>
          <a:p>
            <a:pPr marL="181440" indent="0" algn="just" defTabSz="457200">
              <a:lnSpc>
                <a:spcPct val="150000"/>
              </a:lnSpc>
              <a:spcBef>
                <a:spcPts val="805"/>
              </a:spcBef>
              <a:buNone/>
              <a:tabLst>
                <a:tab algn="l" pos="0"/>
              </a:tabLst>
            </a:pPr>
            <a:endParaRPr lang="en-US" sz="2400" b="0" u="none" strike="noStrike">
              <a:solidFill>
                <a:schemeClr val="dk1">
                  <a:lumMod val="75000"/>
                  <a:lumOff val="25000"/>
                </a:schemeClr>
              </a:solidFill>
              <a:effectLst/>
              <a:uFillTx/>
              <a:latin typeface="Century Gothic"/>
            </a:endParaRPr>
          </a:p>
          <a:p>
            <a:pPr indent="0" defTabSz="457200">
              <a:lnSpc>
                <a:spcPct val="150000"/>
              </a:lnSpc>
              <a:spcBef>
                <a:spcPts val="1001"/>
              </a:spcBef>
              <a:buNone/>
              <a:tabLst>
                <a:tab algn="l" pos="0"/>
              </a:tabLst>
            </a:pPr>
            <a:endParaRPr lang="en-US" sz="18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7" name="Місце для вмісту 4"/>
          <p:cNvPicPr/>
          <p:nvPr/>
        </p:nvPicPr>
        <p:blipFill>
          <a:blip r:embed="rId1"/>
          <a:stretch/>
        </p:blipFill>
        <p:spPr>
          <a:xfrm>
            <a:off x="1589040" y="75960"/>
            <a:ext cx="7741080" cy="67060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8" name="Місце для вмісту 6"/>
          <p:cNvPicPr/>
          <p:nvPr/>
        </p:nvPicPr>
        <p:blipFill>
          <a:blip r:embed="rId1"/>
          <a:stretch/>
        </p:blipFill>
        <p:spPr>
          <a:xfrm>
            <a:off x="2049120" y="1350360"/>
            <a:ext cx="8159400" cy="5414040"/>
          </a:xfrm>
          <a:prstGeom prst="rect">
            <a:avLst/>
          </a:prstGeom>
          <a:noFill/>
          <a:ln w="0">
            <a:noFill/>
          </a:ln>
        </p:spPr>
      </p:pic>
      <p:pic>
        <p:nvPicPr>
          <p:cNvPr id="559" name="Рисунок 4"/>
          <p:cNvPicPr/>
          <p:nvPr/>
        </p:nvPicPr>
        <p:blipFill>
          <a:blip r:embed="rId2"/>
          <a:stretch/>
        </p:blipFill>
        <p:spPr>
          <a:xfrm>
            <a:off x="1818000" y="298080"/>
            <a:ext cx="8324640" cy="10951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0" name="Місце для вмісту 4"/>
          <p:cNvPicPr/>
          <p:nvPr/>
        </p:nvPicPr>
        <p:blipFill>
          <a:blip r:embed="rId1"/>
          <a:stretch/>
        </p:blipFill>
        <p:spPr>
          <a:xfrm>
            <a:off x="2366640" y="136440"/>
            <a:ext cx="7458480" cy="65847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1" name="Місце для вмісту 6"/>
          <p:cNvPicPr/>
          <p:nvPr/>
        </p:nvPicPr>
        <p:blipFill>
          <a:blip r:embed="rId1"/>
          <a:stretch/>
        </p:blipFill>
        <p:spPr>
          <a:xfrm>
            <a:off x="3070080" y="1417680"/>
            <a:ext cx="7697880" cy="5355720"/>
          </a:xfrm>
          <a:prstGeom prst="rect">
            <a:avLst/>
          </a:prstGeom>
          <a:noFill/>
          <a:ln w="0">
            <a:noFill/>
          </a:ln>
        </p:spPr>
      </p:pic>
      <p:pic>
        <p:nvPicPr>
          <p:cNvPr id="562" name="Рисунок 4"/>
          <p:cNvPicPr/>
          <p:nvPr/>
        </p:nvPicPr>
        <p:blipFill>
          <a:blip r:embed="rId2"/>
          <a:stretch/>
        </p:blipFill>
        <p:spPr>
          <a:xfrm>
            <a:off x="1782720" y="347760"/>
            <a:ext cx="8448480" cy="10663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Місце для вмісту 6"/>
          <p:cNvPicPr/>
          <p:nvPr/>
        </p:nvPicPr>
        <p:blipFill>
          <a:blip r:embed="rId1"/>
          <a:stretch/>
        </p:blipFill>
        <p:spPr>
          <a:xfrm>
            <a:off x="2689920" y="1544040"/>
            <a:ext cx="7539480" cy="5238720"/>
          </a:xfrm>
          <a:prstGeom prst="rect">
            <a:avLst/>
          </a:prstGeom>
          <a:noFill/>
          <a:ln w="0">
            <a:noFill/>
          </a:ln>
        </p:spPr>
      </p:pic>
      <p:pic>
        <p:nvPicPr>
          <p:cNvPr id="564" name="Рисунок 4"/>
          <p:cNvPicPr/>
          <p:nvPr/>
        </p:nvPicPr>
        <p:blipFill>
          <a:blip r:embed="rId2"/>
          <a:stretch/>
        </p:blipFill>
        <p:spPr>
          <a:xfrm>
            <a:off x="1962000" y="524520"/>
            <a:ext cx="8267400" cy="10854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5" name="Місце для вмісту 6"/>
          <p:cNvPicPr/>
          <p:nvPr/>
        </p:nvPicPr>
        <p:blipFill>
          <a:blip r:embed="rId1"/>
          <a:stretch/>
        </p:blipFill>
        <p:spPr>
          <a:xfrm>
            <a:off x="2805120" y="1644480"/>
            <a:ext cx="8130240" cy="5213160"/>
          </a:xfrm>
          <a:prstGeom prst="rect">
            <a:avLst/>
          </a:prstGeom>
          <a:noFill/>
          <a:ln w="0">
            <a:noFill/>
          </a:ln>
        </p:spPr>
      </p:pic>
      <p:pic>
        <p:nvPicPr>
          <p:cNvPr id="566" name="Рисунок 4"/>
          <p:cNvPicPr/>
          <p:nvPr/>
        </p:nvPicPr>
        <p:blipFill>
          <a:blip r:embed="rId2"/>
          <a:stretch/>
        </p:blipFill>
        <p:spPr>
          <a:xfrm>
            <a:off x="2102400" y="518400"/>
            <a:ext cx="8324640" cy="11332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7" name="Місце для вмісту 4"/>
          <p:cNvPicPr/>
          <p:nvPr/>
        </p:nvPicPr>
        <p:blipFill>
          <a:blip r:embed="rId1"/>
          <a:stretch/>
        </p:blipFill>
        <p:spPr>
          <a:xfrm>
            <a:off x="1953000" y="167040"/>
            <a:ext cx="7989480" cy="66906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8" name="Місце для вмісту 15"/>
          <p:cNvPicPr/>
          <p:nvPr/>
        </p:nvPicPr>
        <p:blipFill>
          <a:blip r:embed="rId1"/>
          <a:stretch/>
        </p:blipFill>
        <p:spPr>
          <a:xfrm>
            <a:off x="2598120" y="1723320"/>
            <a:ext cx="7459920" cy="4892400"/>
          </a:xfrm>
          <a:prstGeom prst="rect">
            <a:avLst/>
          </a:prstGeom>
          <a:noFill/>
          <a:ln w="0">
            <a:noFill/>
          </a:ln>
        </p:spPr>
      </p:pic>
      <p:pic>
        <p:nvPicPr>
          <p:cNvPr id="569" name="Рисунок 4"/>
          <p:cNvPicPr/>
          <p:nvPr/>
        </p:nvPicPr>
        <p:blipFill>
          <a:blip r:embed="rId2"/>
          <a:stretch/>
        </p:blipFill>
        <p:spPr>
          <a:xfrm>
            <a:off x="2057760" y="265680"/>
            <a:ext cx="8324640" cy="1361880"/>
          </a:xfrm>
          <a:prstGeom prst="rect">
            <a:avLst/>
          </a:prstGeom>
          <a:noFill/>
          <a:ln w="0">
            <a:noFill/>
          </a:ln>
        </p:spPr>
      </p:pic>
      <p:sp>
        <p:nvSpPr>
          <p:cNvPr id="570" name="Прямокутник 16"/>
          <p:cNvSpPr/>
          <p:nvPr/>
        </p:nvSpPr>
        <p:spPr>
          <a:xfrm>
            <a:off x="6383160" y="5513040"/>
            <a:ext cx="2014920" cy="327960"/>
          </a:xfrm>
          <a:prstGeom prst="rect">
            <a:avLst/>
          </a:prstGeom>
          <a:solidFill>
            <a:srgbClr val="ffffff"/>
          </a:solidFill>
          <a:ln>
            <a:noFill/>
          </a:ln>
        </p:spPr>
        <p:style>
          <a:lnRef idx="2">
            <a:schemeClr val="accent6"/>
          </a:lnRef>
          <a:fillRef idx="1">
            <a:schemeClr val="lt1"/>
          </a:fillRef>
          <a:effectRef idx="0">
            <a:schemeClr val="accent6"/>
          </a:effectRef>
          <a:fontRef idx="minor"/>
        </p:style>
        <p:txBody>
          <a:bodyPr lIns="90000" rIns="90000" tIns="45000" bIns="45000" anchor="ctr">
            <a:noAutofit/>
          </a:bodyPr>
          <a:p>
            <a:pPr algn="ctr" defTabSz="457200">
              <a:lnSpc>
                <a:spcPct val="100000"/>
              </a:lnSpc>
            </a:pPr>
            <a:endParaRPr lang="pl-PL" sz="1800" b="0" u="none" strike="noStrike">
              <a:solidFill>
                <a:schemeClr val="dk1"/>
              </a:solidFill>
              <a:effectLst/>
              <a:uFillTx/>
              <a:latin typeface="Century Gothic"/>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1" name="Місце для вмісту 4"/>
          <p:cNvPicPr/>
          <p:nvPr/>
        </p:nvPicPr>
        <p:blipFill>
          <a:blip r:embed="rId1"/>
          <a:stretch/>
        </p:blipFill>
        <p:spPr>
          <a:xfrm>
            <a:off x="675720" y="354960"/>
            <a:ext cx="10681920" cy="550188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2" name="Місце для вмісту 4"/>
          <p:cNvPicPr/>
          <p:nvPr/>
        </p:nvPicPr>
        <p:blipFill>
          <a:blip r:embed="rId1"/>
          <a:stretch/>
        </p:blipFill>
        <p:spPr>
          <a:xfrm>
            <a:off x="1829160" y="887760"/>
            <a:ext cx="8055360" cy="44182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3" name="Місце для вмісту 6"/>
          <p:cNvPicPr/>
          <p:nvPr/>
        </p:nvPicPr>
        <p:blipFill>
          <a:blip r:embed="rId1"/>
          <a:stretch/>
        </p:blipFill>
        <p:spPr>
          <a:xfrm>
            <a:off x="2024280" y="1380960"/>
            <a:ext cx="8409960" cy="5433840"/>
          </a:xfrm>
          <a:prstGeom prst="rect">
            <a:avLst/>
          </a:prstGeom>
          <a:noFill/>
          <a:ln w="0">
            <a:noFill/>
          </a:ln>
        </p:spPr>
      </p:pic>
      <p:pic>
        <p:nvPicPr>
          <p:cNvPr id="574" name="Рисунок 4"/>
          <p:cNvPicPr/>
          <p:nvPr/>
        </p:nvPicPr>
        <p:blipFill>
          <a:blip r:embed="rId2"/>
          <a:stretch/>
        </p:blipFill>
        <p:spPr>
          <a:xfrm>
            <a:off x="1957320" y="451440"/>
            <a:ext cx="8276760" cy="99036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5" name="Місце для вмісту 4"/>
          <p:cNvPicPr/>
          <p:nvPr/>
        </p:nvPicPr>
        <p:blipFill>
          <a:blip r:embed="rId1"/>
          <a:stretch/>
        </p:blipFill>
        <p:spPr>
          <a:xfrm>
            <a:off x="1235880" y="477000"/>
            <a:ext cx="7881120" cy="616608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6" name="Місце для вмісту 6"/>
          <p:cNvPicPr/>
          <p:nvPr/>
        </p:nvPicPr>
        <p:blipFill>
          <a:blip r:embed="rId1"/>
          <a:stretch/>
        </p:blipFill>
        <p:spPr>
          <a:xfrm>
            <a:off x="2687760" y="1569960"/>
            <a:ext cx="7929360" cy="5123160"/>
          </a:xfrm>
          <a:prstGeom prst="rect">
            <a:avLst/>
          </a:prstGeom>
          <a:noFill/>
          <a:ln w="0">
            <a:noFill/>
          </a:ln>
        </p:spPr>
      </p:pic>
      <p:pic>
        <p:nvPicPr>
          <p:cNvPr id="577" name="Рисунок 4"/>
          <p:cNvPicPr/>
          <p:nvPr/>
        </p:nvPicPr>
        <p:blipFill>
          <a:blip r:embed="rId2"/>
          <a:stretch/>
        </p:blipFill>
        <p:spPr>
          <a:xfrm>
            <a:off x="2423160" y="479880"/>
            <a:ext cx="8286480" cy="93312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a:buNone/>
            </a:pPr>
            <a:endParaRPr lang="en-US" sz="3600" b="0" u="none" strike="noStrike">
              <a:solidFill>
                <a:schemeClr val="accent2">
                  <a:lumMod val="75000"/>
                </a:schemeClr>
              </a:solidFill>
              <a:effectLst/>
              <a:uFillTx/>
              <a:latin typeface="Century Gothic"/>
            </a:endParaRPr>
          </a:p>
        </p:txBody>
      </p:sp>
      <p:pic>
        <p:nvPicPr>
          <p:cNvPr id="579" name="Місце для вмісту 6"/>
          <p:cNvPicPr/>
          <p:nvPr/>
        </p:nvPicPr>
        <p:blipFill>
          <a:blip r:embed="rId1"/>
          <a:stretch/>
        </p:blipFill>
        <p:spPr>
          <a:xfrm>
            <a:off x="2506680" y="1538640"/>
            <a:ext cx="8238960" cy="5176080"/>
          </a:xfrm>
          <a:prstGeom prst="rect">
            <a:avLst/>
          </a:prstGeom>
          <a:noFill/>
          <a:ln w="0">
            <a:noFill/>
          </a:ln>
        </p:spPr>
      </p:pic>
      <p:pic>
        <p:nvPicPr>
          <p:cNvPr id="580" name="Рисунок 4"/>
          <p:cNvPicPr/>
          <p:nvPr/>
        </p:nvPicPr>
        <p:blipFill>
          <a:blip r:embed="rId2"/>
          <a:stretch/>
        </p:blipFill>
        <p:spPr>
          <a:xfrm>
            <a:off x="2483280" y="489600"/>
            <a:ext cx="8219880" cy="91404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a:buNone/>
            </a:pPr>
            <a:endParaRPr lang="en-US" sz="3600" b="0" u="none" strike="noStrike">
              <a:solidFill>
                <a:schemeClr val="accent2">
                  <a:lumMod val="75000"/>
                </a:schemeClr>
              </a:solidFill>
              <a:effectLst/>
              <a:uFillTx/>
              <a:latin typeface="Century Gothic"/>
            </a:endParaRPr>
          </a:p>
        </p:txBody>
      </p:sp>
      <p:pic>
        <p:nvPicPr>
          <p:cNvPr id="582" name="Місце для вмісту 6"/>
          <p:cNvPicPr/>
          <p:nvPr/>
        </p:nvPicPr>
        <p:blipFill>
          <a:blip r:embed="rId1"/>
          <a:stretch/>
        </p:blipFill>
        <p:spPr>
          <a:xfrm>
            <a:off x="2607840" y="2440440"/>
            <a:ext cx="8423640" cy="4137480"/>
          </a:xfrm>
          <a:prstGeom prst="rect">
            <a:avLst/>
          </a:prstGeom>
          <a:noFill/>
          <a:ln w="0">
            <a:noFill/>
          </a:ln>
        </p:spPr>
      </p:pic>
      <p:pic>
        <p:nvPicPr>
          <p:cNvPr id="583" name="Рисунок 4"/>
          <p:cNvPicPr/>
          <p:nvPr/>
        </p:nvPicPr>
        <p:blipFill>
          <a:blip r:embed="rId2"/>
          <a:stretch/>
        </p:blipFill>
        <p:spPr>
          <a:xfrm>
            <a:off x="2607840" y="474120"/>
            <a:ext cx="6990840" cy="191412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p:nvPr>
        </p:nvSpPr>
        <p:spPr>
          <a:xfrm>
            <a:off x="1606680" y="310680"/>
            <a:ext cx="10324440" cy="6444720"/>
          </a:xfrm>
          <a:prstGeom prst="rect">
            <a:avLst/>
          </a:prstGeom>
          <a:noFill/>
          <a:ln w="0">
            <a:noFill/>
          </a:ln>
        </p:spPr>
        <p:txBody>
          <a:bodyPr lIns="91440" rIns="91440" tIns="45720" bIns="45720" anchor="t">
            <a:normAutofit/>
          </a:bodyPr>
          <a:p>
            <a:pPr marL="181440" indent="449640" algn="just" defTabSz="457200">
              <a:lnSpc>
                <a:spcPct val="150000"/>
              </a:lnSpc>
              <a:spcBef>
                <a:spcPts val="816"/>
              </a:spcBef>
              <a:buClr>
                <a:srgbClr val="353535"/>
              </a:buClr>
              <a:buFont typeface="Wingdings 3" charset="2"/>
              <a:buChar char=""/>
            </a:pPr>
            <a:r>
              <a:rPr lang="uk-UA" sz="2000" b="0" u="none" strike="noStrike">
                <a:solidFill>
                  <a:schemeClr val="dk1">
                    <a:lumMod val="75000"/>
                    <a:lumOff val="25000"/>
                  </a:schemeClr>
                </a:solidFill>
                <a:effectLst/>
                <a:uFillTx/>
                <a:latin typeface="Times New Roman"/>
                <a:ea typeface="Times New Roman"/>
              </a:rPr>
              <a:t>Теорію ігор зручно використовувати при аналізі завдань, що мають одну множину альтернативних рішень і одну множину станів зовнішнього середовища. Багато задач, однак, містять послідовності рішень і станів середовища. Якщо мають місце два чи більше послідовних рішень і подальше рішення базується на результаті попереднього, більш доцільним є підхід, заснований на побудові дерева прийняття </a:t>
            </a:r>
            <a:r>
              <a:rPr lang="uk-UA" sz="2000" b="0" u="none" spc="-11" strike="noStrike">
                <a:solidFill>
                  <a:schemeClr val="dk1">
                    <a:lumMod val="75000"/>
                    <a:lumOff val="25000"/>
                  </a:schemeClr>
                </a:solidFill>
                <a:effectLst/>
                <a:uFillTx/>
                <a:latin typeface="Times New Roman"/>
                <a:ea typeface="Times New Roman"/>
              </a:rPr>
              <a:t>рішень.</a:t>
            </a:r>
            <a:endParaRPr lang="en-US" sz="2000" b="0" u="none" strike="noStrike">
              <a:solidFill>
                <a:schemeClr val="dk1">
                  <a:lumMod val="75000"/>
                  <a:lumOff val="25000"/>
                </a:schemeClr>
              </a:solidFill>
              <a:effectLst/>
              <a:uFillTx/>
              <a:latin typeface="Century Gothic"/>
            </a:endParaRPr>
          </a:p>
          <a:p>
            <a:pPr marL="181440" indent="449640" algn="just" defTabSz="457200">
              <a:lnSpc>
                <a:spcPct val="150000"/>
              </a:lnSpc>
              <a:spcBef>
                <a:spcPts val="1001"/>
              </a:spcBef>
              <a:buClr>
                <a:srgbClr val="353535"/>
              </a:buClr>
              <a:buFont typeface="Wingdings 3" charset="2"/>
              <a:buChar char=""/>
            </a:pPr>
            <a:r>
              <a:rPr lang="uk-UA" sz="2000" b="0" u="none" strike="noStrike">
                <a:solidFill>
                  <a:schemeClr val="dk1">
                    <a:lumMod val="75000"/>
                    <a:lumOff val="25000"/>
                  </a:schemeClr>
                </a:solidFill>
                <a:effectLst/>
                <a:uFillTx/>
                <a:latin typeface="Times New Roman"/>
                <a:ea typeface="Times New Roman"/>
              </a:rPr>
              <a:t>Дерево прийняття рішень - це графічне зображення процесу рішень, в якому відображені альтернативні рішення, можливі стану зовнішнього середовища, відповідні ймовірності і виграші для будь-яких комбінацій альтернатив і станів середовища. В основі дерева рішень знаходиться проблема, від якої йдуть кілька гілок, що показують різні способи її вирішення. Гілки дерева з'єднані або вилкою (стиком) рішення, або вилкою ймовірності стану зовнішнього середовища. Як правило, вилка рішень зображується у вигляді невеликого квадрата, а вилка ймовірності стану зовнішнього середовища - невеликий окружністю.</a:t>
            </a:r>
            <a:endParaRPr lang="en-US" sz="20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p:nvPr>
        </p:nvSpPr>
        <p:spPr>
          <a:xfrm>
            <a:off x="1659960" y="568080"/>
            <a:ext cx="10439640" cy="6089760"/>
          </a:xfrm>
          <a:prstGeom prst="rect">
            <a:avLst/>
          </a:prstGeom>
          <a:noFill/>
          <a:ln w="0">
            <a:noFill/>
          </a:ln>
        </p:spPr>
        <p:txBody>
          <a:bodyPr lIns="91440" rIns="91440" tIns="45720" bIns="45720" anchor="t">
            <a:normAutofit/>
          </a:bodyPr>
          <a:p>
            <a:pPr marL="181440" indent="449640" algn="just" defTabSz="457200">
              <a:lnSpc>
                <a:spcPct val="150000"/>
              </a:lnSpc>
              <a:spcBef>
                <a:spcPts val="1001"/>
              </a:spcBef>
              <a:buClr>
                <a:srgbClr val="353535"/>
              </a:buClr>
              <a:buFont typeface="Wingdings 3" charset="2"/>
              <a:buChar char=""/>
            </a:pPr>
            <a:r>
              <a:rPr lang="uk-UA" sz="2000" b="0" u="none" strike="noStrike">
                <a:solidFill>
                  <a:schemeClr val="dk1">
                    <a:lumMod val="75000"/>
                    <a:lumOff val="25000"/>
                  </a:schemeClr>
                </a:solidFill>
                <a:effectLst/>
                <a:uFillTx/>
                <a:latin typeface="Times New Roman"/>
                <a:ea typeface="Times New Roman"/>
              </a:rPr>
              <a:t>При застосуванні різних критеріїв зазвичай виходять різні оптимальні рішення. Вибір критерію залежить від багатьох причин:</a:t>
            </a:r>
            <a:endParaRPr lang="en-US" sz="2000" b="0" u="none" strike="noStrike">
              <a:solidFill>
                <a:schemeClr val="dk1">
                  <a:lumMod val="75000"/>
                  <a:lumOff val="25000"/>
                </a:schemeClr>
              </a:solidFill>
              <a:effectLst/>
              <a:uFillTx/>
              <a:latin typeface="Century Gothic"/>
            </a:endParaRPr>
          </a:p>
          <a:p>
            <a:pPr marL="343080" indent="-343080" algn="just" defTabSz="457200">
              <a:lnSpc>
                <a:spcPct val="150000"/>
              </a:lnSpc>
              <a:spcBef>
                <a:spcPts val="1001"/>
              </a:spcBef>
              <a:buClr>
                <a:srgbClr val="353535"/>
              </a:buClr>
              <a:buFont typeface="Times New Roman"/>
              <a:buChar char="-"/>
              <a:tabLst>
                <a:tab algn="l" pos="734040"/>
              </a:tabLst>
            </a:pPr>
            <a:r>
              <a:rPr lang="uk-UA" sz="2000" b="0" u="none" strike="noStrike">
                <a:solidFill>
                  <a:schemeClr val="dk1">
                    <a:lumMod val="75000"/>
                    <a:lumOff val="25000"/>
                  </a:schemeClr>
                </a:solidFill>
                <a:effectLst/>
                <a:uFillTx/>
                <a:latin typeface="Times New Roman"/>
                <a:ea typeface="Times New Roman"/>
              </a:rPr>
              <a:t>індивідуальні</a:t>
            </a:r>
            <a:r>
              <a:rPr lang="uk-UA" sz="2000" b="0" u="none" spc="-54"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особливості</a:t>
            </a:r>
            <a:r>
              <a:rPr lang="uk-UA" sz="2000" b="0" u="none" spc="-34"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особи,</a:t>
            </a:r>
            <a:r>
              <a:rPr lang="uk-UA" sz="2000" b="0" u="none" spc="-40"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що</a:t>
            </a:r>
            <a:r>
              <a:rPr lang="uk-UA" sz="2000" b="0" u="none" spc="-3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приймає</a:t>
            </a:r>
            <a:r>
              <a:rPr lang="uk-UA" sz="2000" b="0" u="none" spc="-5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рішення</a:t>
            </a:r>
            <a:r>
              <a:rPr lang="uk-UA" sz="2000" b="0" u="none" spc="-40"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(песиміст,</a:t>
            </a:r>
            <a:r>
              <a:rPr lang="uk-UA" sz="2000" b="0" u="none" spc="-40" strike="noStrike">
                <a:solidFill>
                  <a:schemeClr val="dk1">
                    <a:lumMod val="75000"/>
                    <a:lumOff val="25000"/>
                  </a:schemeClr>
                </a:solidFill>
                <a:effectLst/>
                <a:uFillTx/>
                <a:latin typeface="Times New Roman"/>
                <a:ea typeface="Times New Roman"/>
              </a:rPr>
              <a:t> </a:t>
            </a:r>
            <a:r>
              <a:rPr lang="uk-UA" sz="2000" b="0" u="none" spc="-11" strike="noStrike">
                <a:solidFill>
                  <a:schemeClr val="dk1">
                    <a:lumMod val="75000"/>
                    <a:lumOff val="25000"/>
                  </a:schemeClr>
                </a:solidFill>
                <a:effectLst/>
                <a:uFillTx/>
                <a:latin typeface="Times New Roman"/>
                <a:ea typeface="Times New Roman"/>
              </a:rPr>
              <a:t>оптиміст);</a:t>
            </a:r>
            <a:endParaRPr lang="en-US" sz="2000" b="0" u="none" strike="noStrike">
              <a:solidFill>
                <a:schemeClr val="dk1">
                  <a:lumMod val="75000"/>
                  <a:lumOff val="25000"/>
                </a:schemeClr>
              </a:solidFill>
              <a:effectLst/>
              <a:uFillTx/>
              <a:latin typeface="Century Gothic"/>
            </a:endParaRPr>
          </a:p>
          <a:p>
            <a:pPr marL="343080" indent="-343080" algn="just" defTabSz="457200">
              <a:lnSpc>
                <a:spcPct val="150000"/>
              </a:lnSpc>
              <a:spcBef>
                <a:spcPts val="816"/>
              </a:spcBef>
              <a:buClr>
                <a:srgbClr val="353535"/>
              </a:buClr>
              <a:buFont typeface="Times New Roman"/>
              <a:buChar char="-"/>
              <a:tabLst>
                <a:tab algn="l" pos="734040"/>
              </a:tabLst>
            </a:pPr>
            <a:r>
              <a:rPr lang="uk-UA" sz="2000" b="0" u="none" strike="noStrike">
                <a:solidFill>
                  <a:schemeClr val="dk1">
                    <a:lumMod val="75000"/>
                    <a:lumOff val="25000"/>
                  </a:schemeClr>
                </a:solidFill>
                <a:effectLst/>
                <a:uFillTx/>
                <a:latin typeface="Times New Roman"/>
                <a:ea typeface="Times New Roman"/>
              </a:rPr>
              <a:t>специфіка</a:t>
            </a:r>
            <a:r>
              <a:rPr lang="uk-UA" sz="2000" b="0" u="none" spc="-34"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розв'язуваної</a:t>
            </a:r>
            <a:r>
              <a:rPr lang="uk-UA" sz="2000" b="0" u="none" spc="-3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задачі,</a:t>
            </a:r>
            <a:r>
              <a:rPr lang="uk-UA" sz="2000" b="0" u="none" spc="-34" strike="noStrike">
                <a:solidFill>
                  <a:schemeClr val="dk1">
                    <a:lumMod val="75000"/>
                    <a:lumOff val="25000"/>
                  </a:schemeClr>
                </a:solidFill>
                <a:effectLst/>
                <a:uFillTx/>
                <a:latin typeface="Times New Roman"/>
                <a:ea typeface="Times New Roman"/>
              </a:rPr>
              <a:t> </a:t>
            </a:r>
            <a:r>
              <a:rPr lang="uk-UA" sz="2000" b="0" u="none" spc="-20" strike="noStrike">
                <a:solidFill>
                  <a:schemeClr val="dk1">
                    <a:lumMod val="75000"/>
                    <a:lumOff val="25000"/>
                  </a:schemeClr>
                </a:solidFill>
                <a:effectLst/>
                <a:uFillTx/>
                <a:latin typeface="Times New Roman"/>
                <a:ea typeface="Times New Roman"/>
              </a:rPr>
              <a:t>цілі;</a:t>
            </a:r>
            <a:endParaRPr lang="en-US" sz="2000" b="0" u="none" strike="noStrike">
              <a:solidFill>
                <a:schemeClr val="dk1">
                  <a:lumMod val="75000"/>
                  <a:lumOff val="25000"/>
                </a:schemeClr>
              </a:solidFill>
              <a:effectLst/>
              <a:uFillTx/>
              <a:latin typeface="Century Gothic"/>
            </a:endParaRPr>
          </a:p>
          <a:p>
            <a:pPr marL="343080" indent="-343080" algn="just" defTabSz="457200">
              <a:lnSpc>
                <a:spcPct val="150000"/>
              </a:lnSpc>
              <a:spcBef>
                <a:spcPts val="805"/>
              </a:spcBef>
              <a:buClr>
                <a:srgbClr val="353535"/>
              </a:buClr>
              <a:buFont typeface="Times New Roman"/>
              <a:buChar char="-"/>
              <a:tabLst>
                <a:tab algn="l" pos="734040"/>
              </a:tabLst>
            </a:pPr>
            <a:r>
              <a:rPr lang="uk-UA" sz="2000" b="0" u="none" strike="noStrike">
                <a:solidFill>
                  <a:schemeClr val="dk1">
                    <a:lumMod val="75000"/>
                    <a:lumOff val="25000"/>
                  </a:schemeClr>
                </a:solidFill>
                <a:effectLst/>
                <a:uFillTx/>
                <a:latin typeface="Times New Roman"/>
                <a:ea typeface="Times New Roman"/>
              </a:rPr>
              <a:t>досвід</a:t>
            </a:r>
            <a:r>
              <a:rPr lang="uk-UA" sz="2000" b="0" u="none" spc="-20"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роботи</a:t>
            </a:r>
            <a:r>
              <a:rPr lang="uk-UA" sz="2000" b="0" u="none" spc="-26"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з</a:t>
            </a:r>
            <a:r>
              <a:rPr lang="uk-UA" sz="2000" b="0" u="none" spc="-31"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подібними</a:t>
            </a:r>
            <a:r>
              <a:rPr lang="uk-UA" sz="2000" b="0" u="none" spc="-26"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завданнями</a:t>
            </a:r>
            <a:r>
              <a:rPr lang="uk-UA" sz="2000" b="0" u="none" spc="-34" strike="noStrike">
                <a:solidFill>
                  <a:schemeClr val="dk1">
                    <a:lumMod val="75000"/>
                    <a:lumOff val="25000"/>
                  </a:schemeClr>
                </a:solidFill>
                <a:effectLst/>
                <a:uFillTx/>
                <a:latin typeface="Times New Roman"/>
                <a:ea typeface="Times New Roman"/>
              </a:rPr>
              <a:t> </a:t>
            </a:r>
            <a:r>
              <a:rPr lang="uk-UA" sz="2000" b="0" u="none" strike="noStrike">
                <a:solidFill>
                  <a:schemeClr val="dk1">
                    <a:lumMod val="75000"/>
                    <a:lumOff val="25000"/>
                  </a:schemeClr>
                </a:solidFill>
                <a:effectLst/>
                <a:uFillTx/>
                <a:latin typeface="Times New Roman"/>
                <a:ea typeface="Times New Roman"/>
              </a:rPr>
              <a:t>і</a:t>
            </a:r>
            <a:r>
              <a:rPr lang="uk-UA" sz="2000" b="0" u="none" spc="-20" strike="noStrike">
                <a:solidFill>
                  <a:schemeClr val="dk1">
                    <a:lumMod val="75000"/>
                    <a:lumOff val="25000"/>
                  </a:schemeClr>
                </a:solidFill>
                <a:effectLst/>
                <a:uFillTx/>
                <a:latin typeface="Times New Roman"/>
                <a:ea typeface="Times New Roman"/>
              </a:rPr>
              <a:t> т.д.</a:t>
            </a:r>
            <a:endParaRPr lang="en-US" sz="2000" b="0" u="none" strike="noStrike">
              <a:solidFill>
                <a:schemeClr val="dk1">
                  <a:lumMod val="75000"/>
                  <a:lumOff val="25000"/>
                </a:schemeClr>
              </a:solidFill>
              <a:effectLst/>
              <a:uFillTx/>
              <a:latin typeface="Century Gothic"/>
            </a:endParaRPr>
          </a:p>
          <a:p>
            <a:pPr marL="181440" indent="0" algn="just" defTabSz="457200">
              <a:lnSpc>
                <a:spcPct val="150000"/>
              </a:lnSpc>
              <a:spcBef>
                <a:spcPts val="799"/>
              </a:spcBef>
              <a:buNone/>
              <a:tabLst>
                <a:tab algn="l" pos="0"/>
              </a:tabLst>
            </a:pPr>
            <a:r>
              <a:rPr lang="uk-UA" sz="2000" b="0" u="none" strike="noStrike">
                <a:solidFill>
                  <a:schemeClr val="dk1">
                    <a:lumMod val="75000"/>
                    <a:lumOff val="25000"/>
                  </a:schemeClr>
                </a:solidFill>
                <a:effectLst/>
                <a:uFillTx/>
                <a:latin typeface="Times New Roman"/>
                <a:ea typeface="Times New Roman"/>
              </a:rPr>
              <a:t>У будь-якому випадку вибір є оптимальним тільки відповідно до обраного </a:t>
            </a:r>
            <a:r>
              <a:rPr lang="uk-UA" sz="2000" b="0" u="none" spc="-11" strike="noStrike">
                <a:solidFill>
                  <a:schemeClr val="dk1">
                    <a:lumMod val="75000"/>
                    <a:lumOff val="25000"/>
                  </a:schemeClr>
                </a:solidFill>
                <a:effectLst/>
                <a:uFillTx/>
                <a:latin typeface="Times New Roman"/>
                <a:ea typeface="Times New Roman"/>
              </a:rPr>
              <a:t>критерію.</a:t>
            </a:r>
            <a:endParaRPr lang="en-US" sz="2000" b="0" u="none" strike="noStrike">
              <a:solidFill>
                <a:schemeClr val="dk1">
                  <a:lumMod val="75000"/>
                  <a:lumOff val="25000"/>
                </a:schemeClr>
              </a:solidFill>
              <a:effectLst/>
              <a:uFillTx/>
              <a:latin typeface="Century Gothic"/>
            </a:endParaRPr>
          </a:p>
          <a:p>
            <a:pPr marL="181440" indent="449640" algn="just" defTabSz="457200">
              <a:lnSpc>
                <a:spcPct val="150000"/>
              </a:lnSpc>
              <a:spcBef>
                <a:spcPts val="11"/>
              </a:spcBef>
              <a:buClr>
                <a:srgbClr val="353535"/>
              </a:buClr>
              <a:buFont typeface="Wingdings 3" charset="2"/>
              <a:buChar char=""/>
              <a:tabLst>
                <a:tab algn="l" pos="0"/>
              </a:tabLst>
            </a:pPr>
            <a:r>
              <a:rPr lang="uk-UA" sz="2000" b="0" u="none" strike="noStrike">
                <a:solidFill>
                  <a:schemeClr val="dk1">
                    <a:lumMod val="75000"/>
                    <a:lumOff val="25000"/>
                  </a:schemeClr>
                </a:solidFill>
                <a:effectLst/>
                <a:uFillTx/>
                <a:latin typeface="Times New Roman"/>
                <a:ea typeface="Times New Roman"/>
              </a:rPr>
              <a:t>Використовуючи дерево прийняття рішень, необхідно намагатися повністю розписати проблему, не намагаючись спростити її рішення. Дерево прийняття рішень - це ефективна структура, що дозволяє досліджувати можливі варіанти дій і їх результати. Вона являє собою ясну картину винагород і ризиків, пов'язаних з кожною дією. Її зручно використовувати, вибираючи між різними стратегіями, проектами або інвестиційними можливостями особливо коли ресурси </a:t>
            </a:r>
            <a:r>
              <a:rPr lang="uk-UA" sz="2000" b="0" u="none" spc="-11" strike="noStrike">
                <a:solidFill>
                  <a:schemeClr val="dk1">
                    <a:lumMod val="75000"/>
                    <a:lumOff val="25000"/>
                  </a:schemeClr>
                </a:solidFill>
                <a:effectLst/>
                <a:uFillTx/>
                <a:latin typeface="Times New Roman"/>
                <a:ea typeface="Times New Roman"/>
              </a:rPr>
              <a:t>обмежені.</a:t>
            </a:r>
            <a:endParaRPr lang="en-US" sz="2000" b="0" u="none" strike="noStrike">
              <a:solidFill>
                <a:schemeClr val="dk1">
                  <a:lumMod val="75000"/>
                  <a:lumOff val="25000"/>
                </a:schemeClr>
              </a:solidFill>
              <a:effectLst/>
              <a:uFillTx/>
              <a:latin typeface="Century Gothic"/>
            </a:endParaRPr>
          </a:p>
          <a:p>
            <a:pPr indent="0" algn="just" defTabSz="457200">
              <a:lnSpc>
                <a:spcPct val="150000"/>
              </a:lnSpc>
              <a:spcBef>
                <a:spcPts val="11"/>
              </a:spcBef>
              <a:buNone/>
              <a:tabLst>
                <a:tab algn="l" pos="0"/>
              </a:tabLst>
            </a:pPr>
            <a:endParaRPr lang="en-US" sz="1800" b="0" u="none" strike="noStrike">
              <a:solidFill>
                <a:schemeClr val="dk1">
                  <a:lumMod val="75000"/>
                  <a:lumOff val="25000"/>
                </a:schemeClr>
              </a:solidFill>
              <a:effectLst/>
              <a:uFillTx/>
              <a:latin typeface="Century Gothic"/>
            </a:endParaRPr>
          </a:p>
          <a:p>
            <a:pPr indent="0" defTabSz="457200">
              <a:lnSpc>
                <a:spcPct val="100000"/>
              </a:lnSpc>
              <a:spcBef>
                <a:spcPts val="1001"/>
              </a:spcBef>
              <a:buNone/>
              <a:tabLst>
                <a:tab algn="l" pos="0"/>
              </a:tabLst>
            </a:pPr>
            <a:endParaRPr lang="en-US" sz="18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p:nvPr>
        </p:nvSpPr>
        <p:spPr>
          <a:xfrm>
            <a:off x="1580400" y="499320"/>
            <a:ext cx="10475280" cy="5859000"/>
          </a:xfrm>
          <a:prstGeom prst="rect">
            <a:avLst/>
          </a:prstGeom>
          <a:noFill/>
          <a:ln w="0">
            <a:noFill/>
          </a:ln>
        </p:spPr>
        <p:txBody>
          <a:bodyPr lIns="91440" rIns="91440" tIns="45720" bIns="45720" anchor="t">
            <a:normAutofit lnSpcReduction="9999"/>
          </a:bodyPr>
          <a:p>
            <a:pPr marL="181440" indent="449640" defTabSz="457200">
              <a:lnSpc>
                <a:spcPct val="150000"/>
              </a:lnSpc>
              <a:spcBef>
                <a:spcPts val="6"/>
              </a:spcBef>
              <a:buClr>
                <a:srgbClr val="353535"/>
              </a:buClr>
              <a:buFont typeface="Wingdings 3" charset="2"/>
              <a:buChar char=""/>
              <a:tabLst>
                <a:tab algn="l" pos="1276920"/>
                <a:tab algn="l" pos="2055600"/>
                <a:tab algn="l" pos="2338560"/>
                <a:tab algn="l" pos="3332520"/>
                <a:tab algn="l" pos="3966120"/>
                <a:tab algn="l" pos="4890240"/>
                <a:tab algn="l" pos="5554440"/>
                <a:tab algn="l" pos="6587640"/>
              </a:tabLst>
            </a:pPr>
            <a:r>
              <a:rPr lang="uk-UA" sz="2400" b="0" u="none" spc="-11" strike="noStrike">
                <a:solidFill>
                  <a:schemeClr val="dk1">
                    <a:lumMod val="75000"/>
                    <a:lumOff val="25000"/>
                  </a:schemeClr>
                </a:solidFill>
                <a:effectLst/>
                <a:uFillTx/>
                <a:latin typeface="Times New Roman"/>
                <a:ea typeface="Times New Roman"/>
              </a:rPr>
              <a:t>Аналіз</a:t>
            </a:r>
            <a:r>
              <a:rPr lang="uk-UA" sz="2400" b="0" u="none"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проблем</a:t>
            </a:r>
            <a:r>
              <a:rPr lang="uk-UA" sz="2400" b="0" u="none" strike="noStrike">
                <a:solidFill>
                  <a:schemeClr val="dk1">
                    <a:lumMod val="75000"/>
                    <a:lumOff val="25000"/>
                  </a:schemeClr>
                </a:solidFill>
                <a:effectLst/>
                <a:uFillTx/>
                <a:latin typeface="Times New Roman"/>
                <a:ea typeface="Times New Roman"/>
              </a:rPr>
              <a:t>	</a:t>
            </a:r>
            <a:r>
              <a:rPr lang="uk-UA" sz="2400" b="0" u="none" spc="-31" strike="noStrike">
                <a:solidFill>
                  <a:schemeClr val="dk1">
                    <a:lumMod val="75000"/>
                    <a:lumOff val="25000"/>
                  </a:schemeClr>
                </a:solidFill>
                <a:effectLst/>
                <a:uFillTx/>
                <a:latin typeface="Times New Roman"/>
                <a:ea typeface="Times New Roman"/>
              </a:rPr>
              <a:t>за</a:t>
            </a:r>
            <a:r>
              <a:rPr lang="uk-UA" sz="2400" b="0" u="none"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допомогою</a:t>
            </a:r>
            <a:r>
              <a:rPr lang="uk-UA" sz="2400" b="0" u="none"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дерева</a:t>
            </a:r>
            <a:r>
              <a:rPr lang="uk-UA" sz="2400" b="0" u="none"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прийняття</a:t>
            </a:r>
            <a:r>
              <a:rPr lang="uk-UA" sz="2400" b="0" u="none"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рішень</a:t>
            </a:r>
            <a:r>
              <a:rPr lang="uk-UA" sz="2400" b="0" u="none"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складається</a:t>
            </a:r>
            <a:r>
              <a:rPr lang="uk-UA" sz="2400" b="0" u="none" strike="noStrike">
                <a:solidFill>
                  <a:schemeClr val="dk1">
                    <a:lumMod val="75000"/>
                    <a:lumOff val="25000"/>
                  </a:schemeClr>
                </a:solidFill>
                <a:effectLst/>
                <a:uFillTx/>
                <a:latin typeface="Times New Roman"/>
                <a:ea typeface="Times New Roman"/>
              </a:rPr>
              <a:t>	</a:t>
            </a:r>
            <a:r>
              <a:rPr lang="uk-UA" sz="2400" b="0" u="none" spc="-51" strike="noStrike">
                <a:solidFill>
                  <a:schemeClr val="dk1">
                    <a:lumMod val="75000"/>
                    <a:lumOff val="25000"/>
                  </a:schemeClr>
                </a:solidFill>
                <a:effectLst/>
                <a:uFillTx/>
                <a:latin typeface="Times New Roman"/>
                <a:ea typeface="Times New Roman"/>
              </a:rPr>
              <a:t>з </a:t>
            </a:r>
            <a:r>
              <a:rPr lang="uk-UA" sz="2400" b="0" u="none" strike="noStrike">
                <a:solidFill>
                  <a:schemeClr val="dk1">
                    <a:lumMod val="75000"/>
                    <a:lumOff val="25000"/>
                  </a:schemeClr>
                </a:solidFill>
                <a:effectLst/>
                <a:uFillTx/>
                <a:latin typeface="Times New Roman"/>
                <a:ea typeface="Times New Roman"/>
              </a:rPr>
              <a:t>наступних етапів:</a:t>
            </a:r>
            <a:endParaRPr lang="en-US" sz="2400" b="0" u="none" strike="noStrike">
              <a:solidFill>
                <a:schemeClr val="dk1">
                  <a:lumMod val="75000"/>
                  <a:lumOff val="25000"/>
                </a:schemeClr>
              </a:solidFill>
              <a:effectLst/>
              <a:uFillTx/>
              <a:latin typeface="Century Gothic"/>
            </a:endParaRPr>
          </a:p>
          <a:p>
            <a:pPr marL="343080" indent="-343080" defTabSz="457200">
              <a:lnSpc>
                <a:spcPts val="1585"/>
              </a:lnSpc>
              <a:spcBef>
                <a:spcPts val="1001"/>
              </a:spcBef>
              <a:buClr>
                <a:srgbClr val="353535"/>
              </a:buClr>
              <a:buFont typeface="Times New Roman"/>
              <a:buChar char="•"/>
              <a:tabLst>
                <a:tab algn="l" pos="738000"/>
              </a:tabLst>
            </a:pPr>
            <a:r>
              <a:rPr lang="uk-UA" sz="2400" b="0" u="none" strike="noStrike">
                <a:solidFill>
                  <a:schemeClr val="dk1">
                    <a:lumMod val="75000"/>
                    <a:lumOff val="25000"/>
                  </a:schemeClr>
                </a:solidFill>
                <a:effectLst/>
                <a:uFillTx/>
                <a:latin typeface="Times New Roman"/>
                <a:ea typeface="Times New Roman"/>
              </a:rPr>
              <a:t>постановка</a:t>
            </a:r>
            <a:r>
              <a:rPr lang="uk-UA" sz="2400" b="0" u="none" spc="-45" strike="noStrike">
                <a:solidFill>
                  <a:schemeClr val="dk1">
                    <a:lumMod val="75000"/>
                    <a:lumOff val="25000"/>
                  </a:schemeClr>
                </a:solidFill>
                <a:effectLst/>
                <a:uFillTx/>
                <a:latin typeface="Times New Roman"/>
                <a:ea typeface="Times New Roman"/>
              </a:rPr>
              <a:t> </a:t>
            </a:r>
            <a:r>
              <a:rPr lang="uk-UA" sz="2400" b="0" u="none" spc="-40"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проблеми:</a:t>
            </a:r>
            <a:endParaRPr lang="en-US" sz="2400" b="0" u="none" strike="noStrike">
              <a:solidFill>
                <a:schemeClr val="dk1">
                  <a:lumMod val="75000"/>
                  <a:lumOff val="25000"/>
                </a:schemeClr>
              </a:solidFill>
              <a:effectLst/>
              <a:uFillTx/>
              <a:latin typeface="Century Gothic"/>
            </a:endParaRPr>
          </a:p>
          <a:p>
            <a:pPr marL="343080" indent="-343080" defTabSz="457200">
              <a:lnSpc>
                <a:spcPct val="100000"/>
              </a:lnSpc>
              <a:spcBef>
                <a:spcPts val="799"/>
              </a:spcBef>
              <a:buClr>
                <a:srgbClr val="353535"/>
              </a:buClr>
              <a:buFont typeface="Times New Roman"/>
              <a:buChar char="•"/>
              <a:tabLst>
                <a:tab algn="l" pos="738000"/>
              </a:tabLst>
            </a:pPr>
            <a:r>
              <a:rPr lang="uk-UA" sz="2400" b="0" u="none" strike="noStrike">
                <a:solidFill>
                  <a:schemeClr val="dk1">
                    <a:lumMod val="75000"/>
                    <a:lumOff val="25000"/>
                  </a:schemeClr>
                </a:solidFill>
                <a:effectLst/>
                <a:uFillTx/>
                <a:latin typeface="Times New Roman"/>
                <a:ea typeface="Times New Roman"/>
              </a:rPr>
              <a:t>побудова</a:t>
            </a:r>
            <a:r>
              <a:rPr lang="uk-UA" sz="2400" b="0" u="none" spc="-3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дерева</a:t>
            </a:r>
            <a:r>
              <a:rPr lang="uk-UA" sz="2400" b="0" u="none" spc="-26"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прийняття</a:t>
            </a:r>
            <a:r>
              <a:rPr lang="uk-UA" sz="2400" b="0" u="none" spc="-34"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рішень;</a:t>
            </a:r>
            <a:endParaRPr lang="en-US" sz="2400" b="0" u="none" strike="noStrike">
              <a:solidFill>
                <a:schemeClr val="dk1">
                  <a:lumMod val="75000"/>
                  <a:lumOff val="25000"/>
                </a:schemeClr>
              </a:solidFill>
              <a:effectLst/>
              <a:uFillTx/>
              <a:latin typeface="Century Gothic"/>
            </a:endParaRPr>
          </a:p>
          <a:p>
            <a:pPr marL="343080" indent="-343080" defTabSz="457200">
              <a:lnSpc>
                <a:spcPct val="100000"/>
              </a:lnSpc>
              <a:spcBef>
                <a:spcPts val="805"/>
              </a:spcBef>
              <a:buClr>
                <a:srgbClr val="353535"/>
              </a:buClr>
              <a:buFont typeface="Times New Roman"/>
              <a:buChar char="•"/>
              <a:tabLst>
                <a:tab algn="l" pos="738000"/>
              </a:tabLst>
            </a:pPr>
            <a:r>
              <a:rPr lang="uk-UA" sz="2400" b="0" u="none" strike="noStrike">
                <a:solidFill>
                  <a:schemeClr val="dk1">
                    <a:lumMod val="75000"/>
                    <a:lumOff val="25000"/>
                  </a:schemeClr>
                </a:solidFill>
                <a:effectLst/>
                <a:uFillTx/>
                <a:latin typeface="Times New Roman"/>
                <a:ea typeface="Times New Roman"/>
              </a:rPr>
              <a:t>оцінка</a:t>
            </a:r>
            <a:r>
              <a:rPr lang="uk-UA" sz="2400" b="0" u="none" spc="-54"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ймовірностей</a:t>
            </a:r>
            <a:r>
              <a:rPr lang="uk-UA" sz="2400" b="0" u="none" spc="-40"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станів</a:t>
            </a:r>
            <a:r>
              <a:rPr lang="uk-UA" sz="2400" b="0" u="none" spc="-5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зовнішнього</a:t>
            </a:r>
            <a:r>
              <a:rPr lang="uk-UA" sz="2400" b="0" u="none" spc="-34" strike="noStrike">
                <a:solidFill>
                  <a:schemeClr val="dk1">
                    <a:lumMod val="75000"/>
                    <a:lumOff val="25000"/>
                  </a:schemeClr>
                </a:solidFill>
                <a:effectLst/>
                <a:uFillTx/>
                <a:latin typeface="Times New Roman"/>
                <a:ea typeface="Times New Roman"/>
              </a:rPr>
              <a:t> </a:t>
            </a:r>
            <a:r>
              <a:rPr lang="uk-UA" sz="2400" b="0" u="none" spc="-11" strike="noStrike">
                <a:solidFill>
                  <a:schemeClr val="dk1">
                    <a:lumMod val="75000"/>
                    <a:lumOff val="25000"/>
                  </a:schemeClr>
                </a:solidFill>
                <a:effectLst/>
                <a:uFillTx/>
                <a:latin typeface="Times New Roman"/>
                <a:ea typeface="Times New Roman"/>
              </a:rPr>
              <a:t>середовища;</a:t>
            </a:r>
            <a:endParaRPr lang="en-US" sz="2400" b="0" u="none" strike="noStrike">
              <a:solidFill>
                <a:schemeClr val="dk1">
                  <a:lumMod val="75000"/>
                  <a:lumOff val="25000"/>
                </a:schemeClr>
              </a:solidFill>
              <a:effectLst/>
              <a:uFillTx/>
              <a:latin typeface="Century Gothic"/>
            </a:endParaRPr>
          </a:p>
          <a:p>
            <a:pPr marL="343080" indent="-343080" defTabSz="457200">
              <a:lnSpc>
                <a:spcPct val="150000"/>
              </a:lnSpc>
              <a:spcBef>
                <a:spcPts val="816"/>
              </a:spcBef>
              <a:buClr>
                <a:srgbClr val="353535"/>
              </a:buClr>
              <a:buFont typeface="Times New Roman"/>
              <a:buChar char="•"/>
              <a:tabLst>
                <a:tab algn="l" pos="748080"/>
              </a:tabLst>
            </a:pPr>
            <a:r>
              <a:rPr lang="uk-UA" sz="2400" b="0" u="none" strike="noStrike">
                <a:solidFill>
                  <a:schemeClr val="dk1">
                    <a:lumMod val="75000"/>
                    <a:lumOff val="25000"/>
                  </a:schemeClr>
                </a:solidFill>
                <a:effectLst/>
                <a:uFillTx/>
                <a:latin typeface="Times New Roman"/>
                <a:ea typeface="Times New Roman"/>
              </a:rPr>
              <a:t>встановлення виграшів для кожної можливої комбінації альтернатив і станів зовнішнього середовища;</a:t>
            </a:r>
            <a:endParaRPr lang="en-US" sz="2400" b="0" u="none" strike="noStrike">
              <a:solidFill>
                <a:schemeClr val="dk1">
                  <a:lumMod val="75000"/>
                  <a:lumOff val="25000"/>
                </a:schemeClr>
              </a:solidFill>
              <a:effectLst/>
              <a:uFillTx/>
              <a:latin typeface="Century Gothic"/>
            </a:endParaRPr>
          </a:p>
          <a:p>
            <a:pPr marL="343080" indent="-343080" defTabSz="457200">
              <a:lnSpc>
                <a:spcPct val="150000"/>
              </a:lnSpc>
              <a:spcBef>
                <a:spcPts val="1001"/>
              </a:spcBef>
              <a:buClr>
                <a:srgbClr val="353535"/>
              </a:buClr>
              <a:buFont typeface="Times New Roman"/>
              <a:buChar char="•"/>
              <a:tabLst>
                <a:tab algn="l" pos="749160"/>
              </a:tabLst>
            </a:pPr>
            <a:r>
              <a:rPr lang="uk-UA" sz="2400" b="0" u="none" strike="noStrike">
                <a:solidFill>
                  <a:schemeClr val="dk1">
                    <a:lumMod val="75000"/>
                    <a:lumOff val="25000"/>
                  </a:schemeClr>
                </a:solidFill>
                <a:effectLst/>
                <a:uFillTx/>
                <a:latin typeface="Times New Roman"/>
                <a:ea typeface="Times New Roman"/>
              </a:rPr>
              <a:t>рішення задачі шляхом розрахунку очікуваної вартісної цінності для кожної </a:t>
            </a:r>
            <a:r>
              <a:rPr lang="uk-UA" sz="2400" b="0" u="none" spc="-11" strike="noStrike">
                <a:solidFill>
                  <a:schemeClr val="dk1">
                    <a:lumMod val="75000"/>
                    <a:lumOff val="25000"/>
                  </a:schemeClr>
                </a:solidFill>
                <a:effectLst/>
                <a:uFillTx/>
                <a:latin typeface="Times New Roman"/>
                <a:ea typeface="Times New Roman"/>
              </a:rPr>
              <a:t>альтернативи.</a:t>
            </a:r>
            <a:endParaRPr lang="en-US" sz="2400" b="0" u="none" strike="noStrike">
              <a:solidFill>
                <a:schemeClr val="dk1">
                  <a:lumMod val="75000"/>
                  <a:lumOff val="25000"/>
                </a:schemeClr>
              </a:solidFill>
              <a:effectLst/>
              <a:uFillTx/>
              <a:latin typeface="Century Gothic"/>
            </a:endParaRPr>
          </a:p>
          <a:p>
            <a:pPr marL="181440" indent="449640" defTabSz="457200">
              <a:lnSpc>
                <a:spcPct val="150000"/>
              </a:lnSpc>
              <a:spcBef>
                <a:spcPts val="1001"/>
              </a:spcBef>
              <a:buClr>
                <a:srgbClr val="353535"/>
              </a:buClr>
              <a:buFont typeface="Wingdings 3" charset="2"/>
              <a:buChar char=""/>
              <a:tabLst>
                <a:tab algn="l" pos="749160"/>
              </a:tabLst>
            </a:pPr>
            <a:r>
              <a:rPr lang="uk-UA" sz="2400" b="0" u="none" strike="noStrike">
                <a:solidFill>
                  <a:schemeClr val="dk1">
                    <a:lumMod val="75000"/>
                    <a:lumOff val="25000"/>
                  </a:schemeClr>
                </a:solidFill>
                <a:effectLst/>
                <a:uFillTx/>
                <a:latin typeface="Times New Roman"/>
                <a:ea typeface="Times New Roman"/>
              </a:rPr>
              <a:t>Поряд</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з</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іншими</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методами,</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дерево</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прийняття</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рішень</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це</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важлива</a:t>
            </a:r>
            <a:r>
              <a:rPr lang="uk-UA" sz="2400" b="0" u="none" spc="201" strike="noStrike">
                <a:solidFill>
                  <a:schemeClr val="dk1">
                    <a:lumMod val="75000"/>
                    <a:lumOff val="25000"/>
                  </a:schemeClr>
                </a:solidFill>
                <a:effectLst/>
                <a:uFillTx/>
                <a:latin typeface="Times New Roman"/>
                <a:ea typeface="Times New Roman"/>
              </a:rPr>
              <a:t> </a:t>
            </a:r>
            <a:r>
              <a:rPr lang="uk-UA" sz="2400" b="0" u="none" strike="noStrike">
                <a:solidFill>
                  <a:schemeClr val="dk1">
                    <a:lumMod val="75000"/>
                    <a:lumOff val="25000"/>
                  </a:schemeClr>
                </a:solidFill>
                <a:effectLst/>
                <a:uFillTx/>
                <a:latin typeface="Times New Roman"/>
                <a:ea typeface="Times New Roman"/>
              </a:rPr>
              <a:t>складова інструментарію прийняття рішень у менеджменті та маркетингу.</a:t>
            </a:r>
            <a:endParaRPr lang="en-US" sz="2400" b="0" u="none" strike="noStrike">
              <a:solidFill>
                <a:schemeClr val="dk1">
                  <a:lumMod val="75000"/>
                  <a:lumOff val="25000"/>
                </a:schemeClr>
              </a:solidFill>
              <a:effectLst/>
              <a:uFillTx/>
              <a:latin typeface="Century Gothic"/>
            </a:endParaRPr>
          </a:p>
          <a:p>
            <a:pPr indent="0" defTabSz="457200">
              <a:lnSpc>
                <a:spcPct val="100000"/>
              </a:lnSpc>
              <a:spcBef>
                <a:spcPts val="1001"/>
              </a:spcBef>
              <a:buNone/>
              <a:tabLst>
                <a:tab algn="l" pos="749160"/>
              </a:tabLst>
            </a:pPr>
            <a:endParaRPr lang="en-US" sz="18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7" name="Місце для вмісту 3"/>
          <p:cNvPicPr/>
          <p:nvPr/>
        </p:nvPicPr>
        <p:blipFill>
          <a:blip r:embed="rId1"/>
          <a:stretch/>
        </p:blipFill>
        <p:spPr>
          <a:xfrm>
            <a:off x="3281040" y="183240"/>
            <a:ext cx="5214600" cy="667440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a:buNone/>
            </a:pPr>
            <a:endParaRPr lang="en-US" sz="3600" b="0" u="none" strike="noStrike">
              <a:solidFill>
                <a:schemeClr val="accent2">
                  <a:lumMod val="75000"/>
                </a:schemeClr>
              </a:solidFill>
              <a:effectLst/>
              <a:uFillTx/>
              <a:latin typeface="Century Gothic"/>
            </a:endParaRPr>
          </a:p>
        </p:txBody>
      </p:sp>
      <p:pic>
        <p:nvPicPr>
          <p:cNvPr id="589" name="Місце для вмісту 3"/>
          <p:cNvPicPr/>
          <p:nvPr/>
        </p:nvPicPr>
        <p:blipFill>
          <a:blip r:embed="rId1"/>
          <a:stretch/>
        </p:blipFill>
        <p:spPr>
          <a:xfrm>
            <a:off x="2205360" y="120960"/>
            <a:ext cx="8982360" cy="673668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p:nvPr>
        </p:nvSpPr>
        <p:spPr>
          <a:xfrm>
            <a:off x="2589120" y="2133720"/>
            <a:ext cx="8915040" cy="3777120"/>
          </a:xfrm>
          <a:prstGeom prst="rect">
            <a:avLst/>
          </a:prstGeom>
          <a:noFill/>
          <a:ln w="0">
            <a:noFill/>
          </a:ln>
        </p:spPr>
        <p:txBody>
          <a:bodyPr lIns="91440" rIns="91440" tIns="45720" bIns="45720" anchor="t">
            <a:normAutofit/>
          </a:bodyPr>
          <a:p>
            <a:pPr indent="0" algn="ctr" defTabSz="457200">
              <a:lnSpc>
                <a:spcPct val="100000"/>
              </a:lnSpc>
              <a:spcBef>
                <a:spcPts val="1001"/>
              </a:spcBef>
              <a:buNone/>
              <a:tabLst>
                <a:tab algn="l" pos="0"/>
              </a:tabLst>
            </a:pPr>
            <a:r>
              <a:rPr lang="ru-RU" sz="3600" b="0" u="none" strike="noStrike">
                <a:solidFill>
                  <a:schemeClr val="accent2">
                    <a:lumMod val="75000"/>
                  </a:schemeClr>
                </a:solidFill>
                <a:effectLst/>
                <a:uFillTx/>
                <a:latin typeface="Century Gothic"/>
              </a:rPr>
              <a:t>ДЯКУЮ !</a:t>
            </a:r>
            <a:endParaRPr lang="en-US" sz="3600" b="0" u="none" strike="noStrike">
              <a:solidFill>
                <a:schemeClr val="dk1">
                  <a:lumMod val="75000"/>
                  <a:lumOff val="25000"/>
                </a:schemeClr>
              </a:solidFill>
              <a:effectLst/>
              <a:uFillTx/>
              <a:latin typeface="Century Gothic"/>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Віхоть">
  <a:themeElements>
    <a:clrScheme name="Віхоть">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Віхоть">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687</TotalTime>
  <Application>LibreOffice/25.8.4.2$Linux_X86_64 LibreOffice_project/580$Build-2</Application>
  <AppVersion>15.0000</AppVersion>
  <Words>926</Words>
  <Paragraphs>34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2025-03-01T19:28:56Z</dcterms:created>
  <dc:creator>Olena Korchynska</dc:creator>
  <dc:description/>
  <dc:language>en-US</dc:language>
  <cp:lastModifiedBy>Olena Korchynska</cp:lastModifiedBy>
  <dcterms:modified xsi:type="dcterms:W3CDTF">2026-04-07T11:06:27Z</dcterms:modified>
  <cp:revision>142</cp:revision>
  <dc:subject/>
  <dc:title>БАЛАНСОВА МОДЕЛЬ ЛЕОНТЬЄВА</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33</vt:r8>
  </property>
</Properties>
</file>