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s/slide29.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Титульний слайд">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6440" cy="1320480"/>
          </a:xfrm>
          <a:prstGeom prst="rect">
            <a:avLst/>
          </a:prstGeom>
          <a:noFill/>
          <a:ln w="0">
            <a:noFill/>
          </a:ln>
        </p:spPr>
        <p:txBody>
          <a:bodyPr lIns="0" tIns="0" rIns="0" bIns="0" anchor="ctr">
            <a:spAutoFit/>
          </a:bodyPr>
          <a:p>
            <a:pPr indent="0" algn="l" defTabSz="457200">
              <a:buNone/>
            </a:pPr>
            <a:endParaRPr lang="en-US" sz="3600" b="0" u="none" strike="noStrike">
              <a:solidFill>
                <a:schemeClr val="accent1"/>
              </a:solidFill>
              <a:effectLst/>
              <a:uFillTx/>
              <a:latin typeface="Trebuchet MS"/>
            </a:endParaRPr>
          </a:p>
        </p:txBody>
      </p:sp>
      <p:sp>
        <p:nvSpPr>
          <p:cNvPr id="30" name="PlaceHolder 2"/>
          <p:cNvSpPr>
            <a:spLocks noGrp="1"/>
          </p:cNvSpPr>
          <p:nvPr>
            <p:ph type="subTitle"/>
          </p:nvPr>
        </p:nvSpPr>
        <p:spPr>
          <a:xfrm>
            <a:off x="677160" y="2160720"/>
            <a:ext cx="8596440" cy="38804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093205F-D122-4218-9686-7D6F7FE72E68}"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та підпис">
    <p:bg>
      <p:bgPr>
        <a:solidFill>
          <a:srgbClr val="FFFFFF"/>
        </a:solidFill>
      </p:bgPr>
    </p:bg>
    <p:spTree>
      <p:nvGrpSpPr>
        <p:cNvPr id="1" name=""/>
        <p:cNvGrpSpPr/>
        <p:nvPr/>
      </p:nvGrpSpPr>
      <p:grpSpPr>
        <a:xfrm>
          <a:off x="0" y="0"/>
          <a:ext cx="0" cy="0"/>
          <a:chOff x="0" y="0"/>
          <a:chExt cx="0" cy="0"/>
        </a:xfrm>
      </p:grpSpPr>
      <p:grpSp>
        <p:nvGrpSpPr>
          <p:cNvPr id="31" name="Group 6"/>
          <p:cNvGrpSpPr/>
          <p:nvPr/>
        </p:nvGrpSpPr>
        <p:grpSpPr>
          <a:xfrm>
            <a:off x="0" y="-8640"/>
            <a:ext cx="12191760" cy="6866640"/>
            <a:chOff x="0" y="-8640"/>
            <a:chExt cx="12191760" cy="6866640"/>
          </a:xfrm>
        </p:grpSpPr>
        <p:cxnSp>
          <p:nvCxnSpPr>
            <p:cNvPr id="32"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33"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3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42" name="PlaceHolder 1"/>
          <p:cNvSpPr>
            <a:spLocks noGrp="1"/>
          </p:cNvSpPr>
          <p:nvPr>
            <p:ph type="title"/>
          </p:nvPr>
        </p:nvSpPr>
        <p:spPr>
          <a:xfrm>
            <a:off x="677160" y="609480"/>
            <a:ext cx="8596440" cy="3403080"/>
          </a:xfrm>
          <a:prstGeom prst="rect">
            <a:avLst/>
          </a:prstGeom>
          <a:noFill/>
          <a:ln w="0">
            <a:noFill/>
          </a:ln>
        </p:spPr>
        <p:txBody>
          <a:bodyPr lIns="91440" tIns="45720" rIns="91440" bIns="45720" anchor="ctr">
            <a:normAutofit/>
          </a:bodyPr>
          <a:lstStyle>
            <a:lvl1pPr indent="0" algn="l" defTabSz="457200">
              <a:lnSpc>
                <a:spcPct val="100000"/>
              </a:lnSpc>
              <a:buNone/>
              <a:defRPr lang="uk-UA" sz="4400" b="0" u="none" strike="noStrike">
                <a:solidFill>
                  <a:schemeClr val="accent1"/>
                </a:solidFill>
                <a:effectLst/>
                <a:uFillTx/>
                <a:latin typeface="Trebuchet MS"/>
              </a:defRPr>
            </a:lvl1pPr>
          </a:lstStyle>
          <a:p>
            <a:pPr indent="0" algn="l" defTabSz="457200">
              <a:lnSpc>
                <a:spcPct val="100000"/>
              </a:lnSpc>
              <a:buNone/>
            </a:pPr>
            <a:r>
              <a:rPr lang="uk-UA" sz="4400" b="0" u="none" strike="noStrike">
                <a:solidFill>
                  <a:schemeClr val="accent1"/>
                </a:solidFill>
                <a:effectLst/>
                <a:uFillTx/>
                <a:latin typeface="Trebuchet MS"/>
              </a:rPr>
              <a:t>Клацніть, щоб редагувати стиль зразка заголовка</a:t>
            </a:r>
            <a:endParaRPr lang="en-US" sz="4400" b="0" u="none" strike="noStrike">
              <a:solidFill>
                <a:schemeClr val="accent1"/>
              </a:solidFill>
              <a:effectLst/>
              <a:uFillTx/>
              <a:latin typeface="Trebuchet MS"/>
            </a:endParaRPr>
          </a:p>
        </p:txBody>
      </p:sp>
      <p:sp>
        <p:nvSpPr>
          <p:cNvPr id="43" name="PlaceHolder 2"/>
          <p:cNvSpPr>
            <a:spLocks noGrp="1"/>
          </p:cNvSpPr>
          <p:nvPr>
            <p:ph type="body"/>
          </p:nvPr>
        </p:nvSpPr>
        <p:spPr>
          <a:xfrm>
            <a:off x="677160" y="4470480"/>
            <a:ext cx="8596440" cy="157068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uk-UA"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p:txBody>
      </p:sp>
      <p:sp>
        <p:nvSpPr>
          <p:cNvPr id="44" name="PlaceHolder 3"/>
          <p:cNvSpPr>
            <a:spLocks noGrp="1"/>
          </p:cNvSpPr>
          <p:nvPr>
            <p:ph type="dt" idx="4"/>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45" name="PlaceHolder 4"/>
          <p:cNvSpPr>
            <a:spLocks noGrp="1"/>
          </p:cNvSpPr>
          <p:nvPr>
            <p:ph type="ftr" idx="5"/>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5"/>
          <p:cNvSpPr>
            <a:spLocks noGrp="1"/>
          </p:cNvSpPr>
          <p:nvPr>
            <p:ph type="sldNum" idx="6"/>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A8C9DD15-634B-40E7-A2F6-E7BB75988CCB}"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Цитата з підписом">
    <p:bg>
      <p:bgPr>
        <a:solidFill>
          <a:srgbClr val="FFFFFF"/>
        </a:solidFill>
      </p:bgPr>
    </p:bg>
    <p:spTree>
      <p:nvGrpSpPr>
        <p:cNvPr id="1" name=""/>
        <p:cNvGrpSpPr/>
        <p:nvPr/>
      </p:nvGrpSpPr>
      <p:grpSpPr>
        <a:xfrm>
          <a:off x="0" y="0"/>
          <a:ext cx="0" cy="0"/>
          <a:chOff x="0" y="0"/>
          <a:chExt cx="0" cy="0"/>
        </a:xfrm>
      </p:grpSpPr>
      <p:grpSp>
        <p:nvGrpSpPr>
          <p:cNvPr id="47" name="Group 6"/>
          <p:cNvGrpSpPr/>
          <p:nvPr/>
        </p:nvGrpSpPr>
        <p:grpSpPr>
          <a:xfrm>
            <a:off x="0" y="-8640"/>
            <a:ext cx="12191760" cy="6866640"/>
            <a:chOff x="0" y="-8640"/>
            <a:chExt cx="12191760" cy="6866640"/>
          </a:xfrm>
        </p:grpSpPr>
        <p:cxnSp>
          <p:nvCxnSpPr>
            <p:cNvPr id="48"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49"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5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58" name="PlaceHolder 1"/>
          <p:cNvSpPr>
            <a:spLocks noGrp="1"/>
          </p:cNvSpPr>
          <p:nvPr>
            <p:ph type="title"/>
          </p:nvPr>
        </p:nvSpPr>
        <p:spPr>
          <a:xfrm>
            <a:off x="931320" y="609480"/>
            <a:ext cx="8093880" cy="3022200"/>
          </a:xfrm>
          <a:prstGeom prst="rect">
            <a:avLst/>
          </a:prstGeom>
          <a:noFill/>
          <a:ln w="0">
            <a:noFill/>
          </a:ln>
        </p:spPr>
        <p:txBody>
          <a:bodyPr lIns="91440" tIns="45720" rIns="91440" bIns="45720" anchor="ctr">
            <a:normAutofit/>
          </a:bodyPr>
          <a:lstStyle>
            <a:lvl1pPr indent="0" algn="l" defTabSz="457200">
              <a:lnSpc>
                <a:spcPct val="100000"/>
              </a:lnSpc>
              <a:buNone/>
              <a:defRPr lang="uk-UA" sz="4400" b="0" u="none" strike="noStrike">
                <a:solidFill>
                  <a:schemeClr val="accent1"/>
                </a:solidFill>
                <a:effectLst/>
                <a:uFillTx/>
                <a:latin typeface="Trebuchet MS"/>
              </a:defRPr>
            </a:lvl1pPr>
          </a:lstStyle>
          <a:p>
            <a:pPr indent="0" algn="l" defTabSz="457200">
              <a:lnSpc>
                <a:spcPct val="100000"/>
              </a:lnSpc>
              <a:buNone/>
            </a:pPr>
            <a:r>
              <a:rPr lang="uk-UA" sz="4400" b="0" u="none" strike="noStrike">
                <a:solidFill>
                  <a:schemeClr val="accent1"/>
                </a:solidFill>
                <a:effectLst/>
                <a:uFillTx/>
                <a:latin typeface="Trebuchet MS"/>
              </a:rPr>
              <a:t>Клацніть, щоб редагувати стиль зразка заголовка</a:t>
            </a:r>
            <a:endParaRPr lang="en-US" sz="4400" b="0" u="none" strike="noStrike">
              <a:solidFill>
                <a:schemeClr val="accent1"/>
              </a:solidFill>
              <a:effectLst/>
              <a:uFillTx/>
              <a:latin typeface="Trebuchet MS"/>
            </a:endParaRPr>
          </a:p>
        </p:txBody>
      </p:sp>
      <p:sp>
        <p:nvSpPr>
          <p:cNvPr id="59" name="PlaceHolder 2"/>
          <p:cNvSpPr>
            <a:spLocks noGrp="1"/>
          </p:cNvSpPr>
          <p:nvPr>
            <p:ph type="body"/>
          </p:nvPr>
        </p:nvSpPr>
        <p:spPr>
          <a:xfrm>
            <a:off x="1366200" y="3632040"/>
            <a:ext cx="7224120" cy="380520"/>
          </a:xfrm>
          <a:prstGeom prst="rect">
            <a:avLst/>
          </a:prstGeom>
          <a:noFill/>
          <a:ln w="0">
            <a:noFill/>
          </a:ln>
        </p:spPr>
        <p:txBody>
          <a:bodyPr lIns="91440" tIns="45720" rIns="91440" bIns="45720" anchor="ctr">
            <a:noAutofit/>
          </a:bodyPr>
          <a:lstStyle>
            <a:lvl1pPr indent="0" algn="l" defTabSz="457200">
              <a:lnSpc>
                <a:spcPct val="100000"/>
              </a:lnSpc>
              <a:spcBef>
                <a:spcPts val="1001"/>
              </a:spcBef>
              <a:buNone/>
              <a:tabLst>
                <a:tab pos="0" algn="l"/>
              </a:tabLst>
              <a:defRPr lang="uk-UA" sz="16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uk-UA" sz="1600" b="0" u="none" strike="noStrike">
                <a:solidFill>
                  <a:schemeClr val="dk1">
                    <a:lumMod val="50000"/>
                    <a:lumOff val="50000"/>
                  </a:schemeClr>
                </a:solidFill>
                <a:effectLst/>
                <a:uFillTx/>
                <a:latin typeface="Trebuchet MS"/>
              </a:rPr>
              <a:t>Клацніть, щоб відредагувати стилі зразків тексту</a:t>
            </a:r>
            <a:endParaRPr lang="en-US" sz="1600" b="0" u="none" strike="noStrike">
              <a:solidFill>
                <a:schemeClr val="dk1">
                  <a:lumMod val="75000"/>
                  <a:lumOff val="25000"/>
                </a:schemeClr>
              </a:solidFill>
              <a:effectLst/>
              <a:uFillTx/>
              <a:latin typeface="Trebuchet MS"/>
            </a:endParaRPr>
          </a:p>
        </p:txBody>
      </p:sp>
      <p:sp>
        <p:nvSpPr>
          <p:cNvPr id="60" name="PlaceHolder 3"/>
          <p:cNvSpPr>
            <a:spLocks noGrp="1"/>
          </p:cNvSpPr>
          <p:nvPr>
            <p:ph type="body"/>
          </p:nvPr>
        </p:nvSpPr>
        <p:spPr>
          <a:xfrm>
            <a:off x="677160" y="4470480"/>
            <a:ext cx="8596440" cy="157068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uk-UA"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p:txBody>
      </p:sp>
      <p:sp>
        <p:nvSpPr>
          <p:cNvPr id="61" name="PlaceHolder 4"/>
          <p:cNvSpPr>
            <a:spLocks noGrp="1"/>
          </p:cNvSpPr>
          <p:nvPr>
            <p:ph type="dt" idx="7"/>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62" name="PlaceHolder 5"/>
          <p:cNvSpPr>
            <a:spLocks noGrp="1"/>
          </p:cNvSpPr>
          <p:nvPr>
            <p:ph type="ftr" idx="8"/>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3" name="PlaceHolder 6"/>
          <p:cNvSpPr>
            <a:spLocks noGrp="1"/>
          </p:cNvSpPr>
          <p:nvPr>
            <p:ph type="sldNum" idx="9"/>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5AF9D250-C263-40E8-91ED-C3ACADB54EEF}"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64" name="TextBox 19"/>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
        <p:nvSpPr>
          <p:cNvPr id="65" name="TextBox 21"/>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Картка назви">
    <p:bg>
      <p:bgPr>
        <a:solidFill>
          <a:srgbClr val="FFFFFF"/>
        </a:solidFill>
      </p:bgPr>
    </p:bg>
    <p:spTree>
      <p:nvGrpSpPr>
        <p:cNvPr id="1" name=""/>
        <p:cNvGrpSpPr/>
        <p:nvPr/>
      </p:nvGrpSpPr>
      <p:grpSpPr>
        <a:xfrm>
          <a:off x="0" y="0"/>
          <a:ext cx="0" cy="0"/>
          <a:chOff x="0" y="0"/>
          <a:chExt cx="0" cy="0"/>
        </a:xfrm>
      </p:grpSpPr>
      <p:grpSp>
        <p:nvGrpSpPr>
          <p:cNvPr id="66" name="Group 6"/>
          <p:cNvGrpSpPr/>
          <p:nvPr/>
        </p:nvGrpSpPr>
        <p:grpSpPr>
          <a:xfrm>
            <a:off x="0" y="-8640"/>
            <a:ext cx="12191760" cy="6866640"/>
            <a:chOff x="0" y="-8640"/>
            <a:chExt cx="12191760" cy="6866640"/>
          </a:xfrm>
        </p:grpSpPr>
        <p:cxnSp>
          <p:nvCxnSpPr>
            <p:cNvPr id="67"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68"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6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77" name="PlaceHolder 1"/>
          <p:cNvSpPr>
            <a:spLocks noGrp="1"/>
          </p:cNvSpPr>
          <p:nvPr>
            <p:ph type="title"/>
          </p:nvPr>
        </p:nvSpPr>
        <p:spPr>
          <a:xfrm>
            <a:off x="677160" y="1932120"/>
            <a:ext cx="8596440" cy="2595240"/>
          </a:xfrm>
          <a:prstGeom prst="rect">
            <a:avLst/>
          </a:prstGeom>
          <a:noFill/>
          <a:ln w="0">
            <a:noFill/>
          </a:ln>
        </p:spPr>
        <p:txBody>
          <a:bodyPr lIns="91440" tIns="45720" rIns="91440" bIns="45720" anchor="b">
            <a:normAutofit/>
          </a:bodyPr>
          <a:lstStyle>
            <a:lvl1pPr indent="0" algn="l" defTabSz="457200">
              <a:lnSpc>
                <a:spcPct val="100000"/>
              </a:lnSpc>
              <a:buNone/>
              <a:defRPr lang="uk-UA" sz="4400" b="0" u="none" strike="noStrike">
                <a:solidFill>
                  <a:schemeClr val="accent1"/>
                </a:solidFill>
                <a:effectLst/>
                <a:uFillTx/>
                <a:latin typeface="Trebuchet MS"/>
              </a:defRPr>
            </a:lvl1pPr>
          </a:lstStyle>
          <a:p>
            <a:pPr indent="0" algn="l" defTabSz="457200">
              <a:lnSpc>
                <a:spcPct val="100000"/>
              </a:lnSpc>
              <a:buNone/>
            </a:pPr>
            <a:r>
              <a:rPr lang="uk-UA" sz="4400" b="0" u="none" strike="noStrike">
                <a:solidFill>
                  <a:schemeClr val="accent1"/>
                </a:solidFill>
                <a:effectLst/>
                <a:uFillTx/>
                <a:latin typeface="Trebuchet MS"/>
              </a:rPr>
              <a:t>Клацніть, щоб редагувати стиль зразка заголовка</a:t>
            </a:r>
            <a:endParaRPr lang="en-US" sz="4400" b="0" u="none" strike="noStrike">
              <a:solidFill>
                <a:schemeClr val="accent1"/>
              </a:solidFill>
              <a:effectLst/>
              <a:uFillTx/>
              <a:latin typeface="Trebuchet MS"/>
            </a:endParaRPr>
          </a:p>
        </p:txBody>
      </p:sp>
      <p:sp>
        <p:nvSpPr>
          <p:cNvPr id="78" name="PlaceHolder 2"/>
          <p:cNvSpPr>
            <a:spLocks noGrp="1"/>
          </p:cNvSpPr>
          <p:nvPr>
            <p:ph type="body"/>
          </p:nvPr>
        </p:nvSpPr>
        <p:spPr>
          <a:xfrm>
            <a:off x="677160" y="4527360"/>
            <a:ext cx="8596440" cy="151344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uk-UA"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p:txBody>
      </p:sp>
      <p:sp>
        <p:nvSpPr>
          <p:cNvPr id="79" name="PlaceHolder 3"/>
          <p:cNvSpPr>
            <a:spLocks noGrp="1"/>
          </p:cNvSpPr>
          <p:nvPr>
            <p:ph type="dt" idx="10"/>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80" name="PlaceHolder 4"/>
          <p:cNvSpPr>
            <a:spLocks noGrp="1"/>
          </p:cNvSpPr>
          <p:nvPr>
            <p:ph type="ftr" idx="11"/>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1" name="PlaceHolder 5"/>
          <p:cNvSpPr>
            <a:spLocks noGrp="1"/>
          </p:cNvSpPr>
          <p:nvPr>
            <p:ph type="sldNum" idx="12"/>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CC456142-CFB8-47C8-90B6-A47F20125F03}"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Картка назви цитати">
    <p:bg>
      <p:bgPr>
        <a:solidFill>
          <a:srgbClr val="FFFFFF"/>
        </a:solidFill>
      </p:bgPr>
    </p:bg>
    <p:spTree>
      <p:nvGrpSpPr>
        <p:cNvPr id="1" name=""/>
        <p:cNvGrpSpPr/>
        <p:nvPr/>
      </p:nvGrpSpPr>
      <p:grpSpPr>
        <a:xfrm>
          <a:off x="0" y="0"/>
          <a:ext cx="0" cy="0"/>
          <a:chOff x="0" y="0"/>
          <a:chExt cx="0" cy="0"/>
        </a:xfrm>
      </p:grpSpPr>
      <p:grpSp>
        <p:nvGrpSpPr>
          <p:cNvPr id="82" name="Group 6"/>
          <p:cNvGrpSpPr/>
          <p:nvPr/>
        </p:nvGrpSpPr>
        <p:grpSpPr>
          <a:xfrm>
            <a:off x="0" y="-8640"/>
            <a:ext cx="12191760" cy="6866640"/>
            <a:chOff x="0" y="-8640"/>
            <a:chExt cx="12191760" cy="6866640"/>
          </a:xfrm>
        </p:grpSpPr>
        <p:cxnSp>
          <p:nvCxnSpPr>
            <p:cNvPr id="83"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84"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8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1"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93" name="PlaceHolder 1"/>
          <p:cNvSpPr>
            <a:spLocks noGrp="1"/>
          </p:cNvSpPr>
          <p:nvPr>
            <p:ph type="title"/>
          </p:nvPr>
        </p:nvSpPr>
        <p:spPr>
          <a:xfrm>
            <a:off x="931320" y="609480"/>
            <a:ext cx="8093880" cy="3022200"/>
          </a:xfrm>
          <a:prstGeom prst="rect">
            <a:avLst/>
          </a:prstGeom>
          <a:noFill/>
          <a:ln w="0">
            <a:noFill/>
          </a:ln>
        </p:spPr>
        <p:txBody>
          <a:bodyPr lIns="91440" tIns="45720" rIns="91440" bIns="45720" anchor="ctr">
            <a:normAutofit/>
          </a:bodyPr>
          <a:lstStyle>
            <a:lvl1pPr indent="0" algn="l" defTabSz="457200">
              <a:lnSpc>
                <a:spcPct val="100000"/>
              </a:lnSpc>
              <a:buNone/>
              <a:defRPr lang="uk-UA" sz="4400" b="0" u="none" strike="noStrike">
                <a:solidFill>
                  <a:schemeClr val="accent1"/>
                </a:solidFill>
                <a:effectLst/>
                <a:uFillTx/>
                <a:latin typeface="Trebuchet MS"/>
              </a:defRPr>
            </a:lvl1pPr>
          </a:lstStyle>
          <a:p>
            <a:pPr indent="0" algn="l" defTabSz="457200">
              <a:lnSpc>
                <a:spcPct val="100000"/>
              </a:lnSpc>
              <a:buNone/>
            </a:pPr>
            <a:r>
              <a:rPr lang="uk-UA" sz="4400" b="0" u="none" strike="noStrike">
                <a:solidFill>
                  <a:schemeClr val="accent1"/>
                </a:solidFill>
                <a:effectLst/>
                <a:uFillTx/>
                <a:latin typeface="Trebuchet MS"/>
              </a:rPr>
              <a:t>Клацніть, щоб редагувати стиль зразка заголовка</a:t>
            </a:r>
            <a:endParaRPr lang="en-US" sz="4400" b="0" u="none" strike="noStrike">
              <a:solidFill>
                <a:schemeClr val="accent1"/>
              </a:solidFill>
              <a:effectLst/>
              <a:uFillTx/>
              <a:latin typeface="Trebuchet MS"/>
            </a:endParaRPr>
          </a:p>
        </p:txBody>
      </p:sp>
      <p:sp>
        <p:nvSpPr>
          <p:cNvPr id="94" name="PlaceHolder 2"/>
          <p:cNvSpPr>
            <a:spLocks noGrp="1"/>
          </p:cNvSpPr>
          <p:nvPr>
            <p:ph type="body"/>
          </p:nvPr>
        </p:nvSpPr>
        <p:spPr>
          <a:xfrm>
            <a:off x="677160" y="4013280"/>
            <a:ext cx="8596440" cy="51372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uk-UA"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uk-UA" sz="24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2400" b="0" u="none" strike="noStrike">
              <a:solidFill>
                <a:schemeClr val="dk1">
                  <a:lumMod val="50000"/>
                  <a:lumOff val="50000"/>
                </a:schemeClr>
              </a:solidFill>
              <a:effectLst/>
              <a:uFillTx/>
              <a:latin typeface="Trebuchet MS"/>
            </a:endParaRPr>
          </a:p>
        </p:txBody>
      </p:sp>
      <p:sp>
        <p:nvSpPr>
          <p:cNvPr id="95" name="PlaceHolder 3"/>
          <p:cNvSpPr>
            <a:spLocks noGrp="1"/>
          </p:cNvSpPr>
          <p:nvPr>
            <p:ph type="body"/>
          </p:nvPr>
        </p:nvSpPr>
        <p:spPr>
          <a:xfrm>
            <a:off x="677160" y="4527360"/>
            <a:ext cx="8596440" cy="151344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uk-UA"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uk-UA" sz="1800" b="0" u="none" strike="noStrike">
                <a:solidFill>
                  <a:schemeClr val="dk1">
                    <a:lumMod val="50000"/>
                    <a:lumOff val="50000"/>
                  </a:schemeClr>
                </a:solidFill>
                <a:effectLst/>
                <a:uFillTx/>
                <a:latin typeface="Trebuchet MS"/>
              </a:rPr>
              <a:t>Клацніть, щоб відредагувати стилі зразків тексту</a:t>
            </a:r>
            <a:endParaRPr lang="en-US" sz="1800" b="0" u="none" strike="noStrike">
              <a:solidFill>
                <a:schemeClr val="dk1">
                  <a:lumMod val="50000"/>
                  <a:lumOff val="50000"/>
                </a:schemeClr>
              </a:solidFill>
              <a:effectLst/>
              <a:uFillTx/>
              <a:latin typeface="Trebuchet MS"/>
            </a:endParaRPr>
          </a:p>
        </p:txBody>
      </p:sp>
      <p:sp>
        <p:nvSpPr>
          <p:cNvPr id="96" name="PlaceHolder 4"/>
          <p:cNvSpPr>
            <a:spLocks noGrp="1"/>
          </p:cNvSpPr>
          <p:nvPr>
            <p:ph type="dt" idx="13"/>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97" name="PlaceHolder 5"/>
          <p:cNvSpPr>
            <a:spLocks noGrp="1"/>
          </p:cNvSpPr>
          <p:nvPr>
            <p:ph type="ftr" idx="14"/>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8" name="PlaceHolder 6"/>
          <p:cNvSpPr>
            <a:spLocks noGrp="1"/>
          </p:cNvSpPr>
          <p:nvPr>
            <p:ph type="sldNum" idx="15"/>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285A7769-0748-4152-8FD1-B2EDB0903C5A}"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99"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
        <p:nvSpPr>
          <p:cNvPr id="100"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Істина/хибність">
    <p:bg>
      <p:bgPr>
        <a:solidFill>
          <a:srgbClr val="FFFFFF"/>
        </a:solidFill>
      </p:bgPr>
    </p:bg>
    <p:spTree>
      <p:nvGrpSpPr>
        <p:cNvPr id="1" name=""/>
        <p:cNvGrpSpPr/>
        <p:nvPr/>
      </p:nvGrpSpPr>
      <p:grpSpPr>
        <a:xfrm>
          <a:off x="0" y="0"/>
          <a:ext cx="0" cy="0"/>
          <a:chOff x="0" y="0"/>
          <a:chExt cx="0" cy="0"/>
        </a:xfrm>
      </p:grpSpPr>
      <p:grpSp>
        <p:nvGrpSpPr>
          <p:cNvPr id="101" name="Group 6"/>
          <p:cNvGrpSpPr/>
          <p:nvPr/>
        </p:nvGrpSpPr>
        <p:grpSpPr>
          <a:xfrm>
            <a:off x="0" y="-8640"/>
            <a:ext cx="12191760" cy="6866640"/>
            <a:chOff x="0" y="-8640"/>
            <a:chExt cx="12191760" cy="6866640"/>
          </a:xfrm>
        </p:grpSpPr>
        <p:cxnSp>
          <p:nvCxnSpPr>
            <p:cNvPr id="102"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103"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10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12" name="PlaceHolder 1"/>
          <p:cNvSpPr>
            <a:spLocks noGrp="1"/>
          </p:cNvSpPr>
          <p:nvPr>
            <p:ph type="title"/>
          </p:nvPr>
        </p:nvSpPr>
        <p:spPr>
          <a:xfrm>
            <a:off x="685800" y="609480"/>
            <a:ext cx="8587800" cy="3022200"/>
          </a:xfrm>
          <a:prstGeom prst="rect">
            <a:avLst/>
          </a:prstGeom>
          <a:noFill/>
          <a:ln w="0">
            <a:noFill/>
          </a:ln>
        </p:spPr>
        <p:txBody>
          <a:bodyPr lIns="91440" tIns="45720" rIns="91440" bIns="45720" anchor="ctr">
            <a:normAutofit/>
          </a:bodyPr>
          <a:lstStyle>
            <a:lvl1pPr indent="0" algn="l" defTabSz="457200">
              <a:lnSpc>
                <a:spcPct val="100000"/>
              </a:lnSpc>
              <a:buNone/>
              <a:defRPr lang="uk-UA" sz="4400" b="0" u="none" strike="noStrike">
                <a:solidFill>
                  <a:schemeClr val="accent1"/>
                </a:solidFill>
                <a:effectLst/>
                <a:uFillTx/>
                <a:latin typeface="Trebuchet MS"/>
              </a:defRPr>
            </a:lvl1pPr>
          </a:lstStyle>
          <a:p>
            <a:pPr indent="0" algn="l" defTabSz="457200">
              <a:lnSpc>
                <a:spcPct val="100000"/>
              </a:lnSpc>
              <a:buNone/>
            </a:pPr>
            <a:r>
              <a:rPr lang="uk-UA" sz="4400" b="0" u="none" strike="noStrike">
                <a:solidFill>
                  <a:schemeClr val="accent1"/>
                </a:solidFill>
                <a:effectLst/>
                <a:uFillTx/>
                <a:latin typeface="Trebuchet MS"/>
              </a:rPr>
              <a:t>Клацніть, щоб редагувати стиль зразка заголовка</a:t>
            </a:r>
            <a:endParaRPr lang="en-US" sz="4400" b="0" u="none" strike="noStrike">
              <a:solidFill>
                <a:schemeClr val="accent1"/>
              </a:solidFill>
              <a:effectLst/>
              <a:uFillTx/>
              <a:latin typeface="Trebuchet MS"/>
            </a:endParaRPr>
          </a:p>
        </p:txBody>
      </p:sp>
      <p:sp>
        <p:nvSpPr>
          <p:cNvPr id="113" name="PlaceHolder 2"/>
          <p:cNvSpPr>
            <a:spLocks noGrp="1"/>
          </p:cNvSpPr>
          <p:nvPr>
            <p:ph type="body"/>
          </p:nvPr>
        </p:nvSpPr>
        <p:spPr>
          <a:xfrm>
            <a:off x="677160" y="4013280"/>
            <a:ext cx="8596440" cy="51372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uk-UA" sz="2400" b="0" u="none" strike="noStrike">
                <a:solidFill>
                  <a:schemeClr val="accent1"/>
                </a:solidFill>
                <a:effectLst/>
                <a:uFillTx/>
                <a:latin typeface="Trebuchet MS"/>
              </a:defRPr>
            </a:lvl1pPr>
          </a:lstStyle>
          <a:p>
            <a:pPr indent="0" algn="l" defTabSz="457200">
              <a:lnSpc>
                <a:spcPct val="100000"/>
              </a:lnSpc>
              <a:spcBef>
                <a:spcPts val="1001"/>
              </a:spcBef>
              <a:buNone/>
              <a:tabLst>
                <a:tab pos="0" algn="l"/>
              </a:tabLst>
            </a:pPr>
            <a:r>
              <a:rPr lang="uk-UA" sz="2400" b="0" u="none" strike="noStrike">
                <a:solidFill>
                  <a:schemeClr val="accent1"/>
                </a:solidFill>
                <a:effectLst/>
                <a:uFillTx/>
                <a:latin typeface="Trebuchet MS"/>
              </a:rPr>
              <a:t>Клацніть, щоб відредагувати стилі зразків тексту</a:t>
            </a:r>
            <a:endParaRPr lang="en-US" sz="2400" b="0" u="none" strike="noStrike">
              <a:solidFill>
                <a:schemeClr val="dk1">
                  <a:lumMod val="50000"/>
                  <a:lumOff val="50000"/>
                </a:schemeClr>
              </a:solidFill>
              <a:effectLst/>
              <a:uFillTx/>
              <a:latin typeface="Trebuchet MS"/>
            </a:endParaRPr>
          </a:p>
        </p:txBody>
      </p:sp>
      <p:sp>
        <p:nvSpPr>
          <p:cNvPr id="114" name="PlaceHolder 3"/>
          <p:cNvSpPr>
            <a:spLocks noGrp="1"/>
          </p:cNvSpPr>
          <p:nvPr>
            <p:ph type="body"/>
          </p:nvPr>
        </p:nvSpPr>
        <p:spPr>
          <a:xfrm>
            <a:off x="677160" y="4527360"/>
            <a:ext cx="8596440" cy="151344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uk-UA"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uk-UA" sz="1800" b="0" u="none" strike="noStrike">
                <a:solidFill>
                  <a:schemeClr val="dk1">
                    <a:lumMod val="50000"/>
                    <a:lumOff val="50000"/>
                  </a:schemeClr>
                </a:solidFill>
                <a:effectLst/>
                <a:uFillTx/>
                <a:latin typeface="Trebuchet MS"/>
              </a:rPr>
              <a:t>Клацніть, щоб відредагувати стилі зразків тексту</a:t>
            </a:r>
            <a:endParaRPr lang="en-US" sz="1800" b="0" u="none" strike="noStrike">
              <a:solidFill>
                <a:schemeClr val="dk1">
                  <a:lumMod val="50000"/>
                  <a:lumOff val="50000"/>
                </a:schemeClr>
              </a:solidFill>
              <a:effectLst/>
              <a:uFillTx/>
              <a:latin typeface="Trebuchet MS"/>
            </a:endParaRPr>
          </a:p>
        </p:txBody>
      </p:sp>
      <p:sp>
        <p:nvSpPr>
          <p:cNvPr id="115" name="PlaceHolder 4"/>
          <p:cNvSpPr>
            <a:spLocks noGrp="1"/>
          </p:cNvSpPr>
          <p:nvPr>
            <p:ph type="dt" idx="16"/>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16" name="PlaceHolder 5"/>
          <p:cNvSpPr>
            <a:spLocks noGrp="1"/>
          </p:cNvSpPr>
          <p:nvPr>
            <p:ph type="ftr" idx="17"/>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7" name="PlaceHolder 6"/>
          <p:cNvSpPr>
            <a:spLocks noGrp="1"/>
          </p:cNvSpPr>
          <p:nvPr>
            <p:ph type="sldNum" idx="18"/>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7ACADB91-A9F7-408F-A42E-FD40D6FEAF6D}"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Заголовок і вертикальний текст">
    <p:bg>
      <p:bgPr>
        <a:solidFill>
          <a:srgbClr val="FFFFFF"/>
        </a:solidFill>
      </p:bgPr>
    </p:bg>
    <p:spTree>
      <p:nvGrpSpPr>
        <p:cNvPr id="1" name=""/>
        <p:cNvGrpSpPr/>
        <p:nvPr/>
      </p:nvGrpSpPr>
      <p:grpSpPr>
        <a:xfrm>
          <a:off x="0" y="0"/>
          <a:ext cx="0" cy="0"/>
          <a:chOff x="0" y="0"/>
          <a:chExt cx="0" cy="0"/>
        </a:xfrm>
      </p:grpSpPr>
      <p:grpSp>
        <p:nvGrpSpPr>
          <p:cNvPr id="118" name="Group 6"/>
          <p:cNvGrpSpPr/>
          <p:nvPr/>
        </p:nvGrpSpPr>
        <p:grpSpPr>
          <a:xfrm>
            <a:off x="0" y="-8640"/>
            <a:ext cx="12191760" cy="6866640"/>
            <a:chOff x="0" y="-8640"/>
            <a:chExt cx="12191760" cy="6866640"/>
          </a:xfrm>
        </p:grpSpPr>
        <p:cxnSp>
          <p:nvCxnSpPr>
            <p:cNvPr id="119"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120"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121"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2"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3"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4"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7"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29"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uk-UA" sz="3600" b="0" u="none" strike="noStrike">
                <a:solidFill>
                  <a:schemeClr val="accent1"/>
                </a:solidFill>
                <a:effectLst/>
                <a:uFillTx/>
                <a:latin typeface="Trebuchet MS"/>
              </a:defRPr>
            </a:lvl1pPr>
          </a:lstStyle>
          <a:p>
            <a:pPr indent="0" algn="l" defTabSz="457200">
              <a:lnSpc>
                <a:spcPct val="100000"/>
              </a:lnSpc>
              <a:buNone/>
            </a:pPr>
            <a:r>
              <a:rPr lang="uk-UA" sz="3600" b="0" u="none" strike="noStrike">
                <a:solidFill>
                  <a:schemeClr val="accent1"/>
                </a:solidFill>
                <a:effectLst/>
                <a:uFillTx/>
                <a:latin typeface="Trebuchet MS"/>
              </a:rPr>
              <a:t>Клацніть, щоб редагувати стиль зразка заголовка</a:t>
            </a:r>
            <a:endParaRPr lang="en-US" sz="3600" b="0" u="none" strike="noStrike">
              <a:solidFill>
                <a:schemeClr val="accent1"/>
              </a:solidFill>
              <a:effectLst/>
              <a:uFillTx/>
              <a:latin typeface="Trebuchet MS"/>
            </a:endParaRPr>
          </a:p>
        </p:txBody>
      </p:sp>
      <p:sp>
        <p:nvSpPr>
          <p:cNvPr id="130" name="PlaceHolder 2"/>
          <p:cNvSpPr>
            <a:spLocks noGrp="1"/>
          </p:cNvSpPr>
          <p:nvPr>
            <p:ph type="body"/>
          </p:nvPr>
        </p:nvSpPr>
        <p:spPr>
          <a:xfrm>
            <a:off x="677160" y="2160720"/>
            <a:ext cx="8596440" cy="388044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90C226"/>
              </a:buClr>
              <a:buSzPct val="80000"/>
              <a:buFont typeface="Wingdings 3" charset="2"/>
              <a:buChar char=""/>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131" name="PlaceHolder 3"/>
          <p:cNvSpPr>
            <a:spLocks noGrp="1"/>
          </p:cNvSpPr>
          <p:nvPr>
            <p:ph type="dt" idx="19"/>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32" name="PlaceHolder 4"/>
          <p:cNvSpPr>
            <a:spLocks noGrp="1"/>
          </p:cNvSpPr>
          <p:nvPr>
            <p:ph type="ftr" idx="20"/>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3" name="PlaceHolder 5"/>
          <p:cNvSpPr>
            <a:spLocks noGrp="1"/>
          </p:cNvSpPr>
          <p:nvPr>
            <p:ph type="sldNum" idx="21"/>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B1DC8592-C748-4D51-804C-6652102399B5}"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Вертикальний заголовок і текст">
    <p:bg>
      <p:bgPr>
        <a:solidFill>
          <a:srgbClr val="FFFFFF"/>
        </a:solidFill>
      </p:bgPr>
    </p:bg>
    <p:spTree>
      <p:nvGrpSpPr>
        <p:cNvPr id="1" name=""/>
        <p:cNvGrpSpPr/>
        <p:nvPr/>
      </p:nvGrpSpPr>
      <p:grpSpPr>
        <a:xfrm>
          <a:off x="0" y="0"/>
          <a:ext cx="0" cy="0"/>
          <a:chOff x="0" y="0"/>
          <a:chExt cx="0" cy="0"/>
        </a:xfrm>
      </p:grpSpPr>
      <p:grpSp>
        <p:nvGrpSpPr>
          <p:cNvPr id="134" name="Group 6"/>
          <p:cNvGrpSpPr/>
          <p:nvPr/>
        </p:nvGrpSpPr>
        <p:grpSpPr>
          <a:xfrm>
            <a:off x="0" y="-8640"/>
            <a:ext cx="12191760" cy="6866640"/>
            <a:chOff x="0" y="-8640"/>
            <a:chExt cx="12191760" cy="6866640"/>
          </a:xfrm>
        </p:grpSpPr>
        <p:cxnSp>
          <p:nvCxnSpPr>
            <p:cNvPr id="135"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136"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13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3"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4"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45" name="PlaceHolder 1"/>
          <p:cNvSpPr>
            <a:spLocks noGrp="1"/>
          </p:cNvSpPr>
          <p:nvPr>
            <p:ph type="title"/>
          </p:nvPr>
        </p:nvSpPr>
        <p:spPr>
          <a:xfrm>
            <a:off x="7967520" y="609480"/>
            <a:ext cx="1304280" cy="5250960"/>
          </a:xfrm>
          <a:prstGeom prst="rect">
            <a:avLst/>
          </a:prstGeom>
          <a:noFill/>
          <a:ln w="0">
            <a:noFill/>
          </a:ln>
        </p:spPr>
        <p:txBody>
          <a:bodyPr lIns="91440" tIns="45720" rIns="91440" bIns="45720" anchor="ctr" vert="eaVert">
            <a:noAutofit/>
          </a:bodyPr>
          <a:lstStyle>
            <a:lvl1pPr indent="0" algn="l" defTabSz="457200">
              <a:lnSpc>
                <a:spcPct val="100000"/>
              </a:lnSpc>
              <a:buNone/>
              <a:defRPr lang="uk-UA" sz="3600" b="0" u="none" strike="noStrike">
                <a:solidFill>
                  <a:schemeClr val="accent1"/>
                </a:solidFill>
                <a:effectLst/>
                <a:uFillTx/>
                <a:latin typeface="Trebuchet MS"/>
              </a:defRPr>
            </a:lvl1pPr>
          </a:lstStyle>
          <a:p>
            <a:pPr indent="0" algn="l" defTabSz="457200">
              <a:lnSpc>
                <a:spcPct val="100000"/>
              </a:lnSpc>
              <a:buNone/>
            </a:pPr>
            <a:r>
              <a:rPr lang="uk-UA" sz="3600" b="0" u="none" strike="noStrike">
                <a:solidFill>
                  <a:schemeClr val="accent1"/>
                </a:solidFill>
                <a:effectLst/>
                <a:uFillTx/>
                <a:latin typeface="Trebuchet MS"/>
              </a:rPr>
              <a:t>Клацніть, щоб редагувати стиль зразка заголовка</a:t>
            </a:r>
            <a:endParaRPr lang="en-US" sz="3600" b="0" u="none" strike="noStrike">
              <a:solidFill>
                <a:schemeClr val="accent1"/>
              </a:solidFill>
              <a:effectLst/>
              <a:uFillTx/>
              <a:latin typeface="Trebuchet MS"/>
            </a:endParaRPr>
          </a:p>
        </p:txBody>
      </p:sp>
      <p:sp>
        <p:nvSpPr>
          <p:cNvPr id="146" name="PlaceHolder 2"/>
          <p:cNvSpPr>
            <a:spLocks noGrp="1"/>
          </p:cNvSpPr>
          <p:nvPr>
            <p:ph type="body"/>
          </p:nvPr>
        </p:nvSpPr>
        <p:spPr>
          <a:xfrm>
            <a:off x="677160" y="609480"/>
            <a:ext cx="7059960" cy="525096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90C226"/>
              </a:buClr>
              <a:buSzPct val="80000"/>
              <a:buFont typeface="Wingdings 3" charset="2"/>
              <a:buChar char=""/>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147" name="PlaceHolder 3"/>
          <p:cNvSpPr>
            <a:spLocks noGrp="1"/>
          </p:cNvSpPr>
          <p:nvPr>
            <p:ph type="dt" idx="22"/>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48" name="PlaceHolder 4"/>
          <p:cNvSpPr>
            <a:spLocks noGrp="1"/>
          </p:cNvSpPr>
          <p:nvPr>
            <p:ph type="ftr" idx="23"/>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9" name="PlaceHolder 5"/>
          <p:cNvSpPr>
            <a:spLocks noGrp="1"/>
          </p:cNvSpPr>
          <p:nvPr>
            <p:ph type="sldNum" idx="24"/>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B88FC83D-4C5B-43BD-BEA0-1FD0A0158A09}"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Назва та вміст">
    <p:bg>
      <p:bgPr>
        <a:solidFill>
          <a:srgbClr val="FFFFFF"/>
        </a:solidFill>
      </p:bgPr>
    </p:bg>
    <p:spTree>
      <p:nvGrpSpPr>
        <p:cNvPr id="1" name=""/>
        <p:cNvGrpSpPr/>
        <p:nvPr/>
      </p:nvGrpSpPr>
      <p:grpSpPr>
        <a:xfrm>
          <a:off x="0" y="0"/>
          <a:ext cx="0" cy="0"/>
          <a:chOff x="0" y="0"/>
          <a:chExt cx="0" cy="0"/>
        </a:xfrm>
      </p:grpSpPr>
      <p:grpSp>
        <p:nvGrpSpPr>
          <p:cNvPr id="150" name="Group 6"/>
          <p:cNvGrpSpPr/>
          <p:nvPr/>
        </p:nvGrpSpPr>
        <p:grpSpPr>
          <a:xfrm>
            <a:off x="0" y="-8640"/>
            <a:ext cx="12191760" cy="6866640"/>
            <a:chOff x="0" y="-8640"/>
            <a:chExt cx="12191760" cy="6866640"/>
          </a:xfrm>
        </p:grpSpPr>
        <p:cxnSp>
          <p:nvCxnSpPr>
            <p:cNvPr id="151"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152"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15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9"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0"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61"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rmAutofit/>
          </a:bodyPr>
          <a:lstStyle>
            <a:lvl1pPr indent="0" algn="l" defTabSz="457200">
              <a:lnSpc>
                <a:spcPct val="100000"/>
              </a:lnSpc>
              <a:buNone/>
              <a:defRPr lang="uk-UA" sz="3600" b="0" u="none" strike="noStrike">
                <a:solidFill>
                  <a:schemeClr val="accent1"/>
                </a:solidFill>
                <a:effectLst/>
                <a:uFillTx/>
                <a:latin typeface="Trebuchet MS"/>
              </a:defRPr>
            </a:lvl1pPr>
          </a:lstStyle>
          <a:p>
            <a:pPr indent="0" algn="l" defTabSz="457200">
              <a:lnSpc>
                <a:spcPct val="100000"/>
              </a:lnSpc>
              <a:buNone/>
            </a:pPr>
            <a:r>
              <a:rPr lang="uk-UA" sz="3600" b="0" u="none" strike="noStrike">
                <a:solidFill>
                  <a:schemeClr val="accent1"/>
                </a:solidFill>
                <a:effectLst/>
                <a:uFillTx/>
                <a:latin typeface="Trebuchet MS"/>
              </a:rPr>
              <a:t>Клацніть, щоб редагувати стиль зразка заголовка</a:t>
            </a:r>
            <a:endParaRPr lang="en-US" sz="3600" b="0" u="none" strike="noStrike">
              <a:solidFill>
                <a:schemeClr val="accent1"/>
              </a:solidFill>
              <a:effectLst/>
              <a:uFillTx/>
              <a:latin typeface="Trebuchet MS"/>
            </a:endParaRPr>
          </a:p>
        </p:txBody>
      </p:sp>
      <p:sp>
        <p:nvSpPr>
          <p:cNvPr id="162" name="PlaceHolder 2"/>
          <p:cNvSpPr>
            <a:spLocks noGrp="1"/>
          </p:cNvSpPr>
          <p:nvPr>
            <p:ph type="body"/>
          </p:nvPr>
        </p:nvSpPr>
        <p:spPr>
          <a:xfrm>
            <a:off x="677160" y="2160720"/>
            <a:ext cx="8596440" cy="38804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163" name="PlaceHolder 3"/>
          <p:cNvSpPr>
            <a:spLocks noGrp="1"/>
          </p:cNvSpPr>
          <p:nvPr>
            <p:ph type="dt" idx="25"/>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64" name="PlaceHolder 4"/>
          <p:cNvSpPr>
            <a:spLocks noGrp="1"/>
          </p:cNvSpPr>
          <p:nvPr>
            <p:ph type="ftr" idx="26"/>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5" name="PlaceHolder 5"/>
          <p:cNvSpPr>
            <a:spLocks noGrp="1"/>
          </p:cNvSpPr>
          <p:nvPr>
            <p:ph type="sldNum" idx="27"/>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6EA8EBC7-880D-4886-ACB5-E97B68FD14C6}"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Назва та вміст">
    <p:bg>
      <p:bgPr>
        <a:solidFill>
          <a:srgbClr val="FFFFFF"/>
        </a:solidFill>
      </p:bgPr>
    </p:bg>
    <p:spTree>
      <p:nvGrpSpPr>
        <p:cNvPr id="1" name=""/>
        <p:cNvGrpSpPr/>
        <p:nvPr/>
      </p:nvGrpSpPr>
      <p:grpSpPr>
        <a:xfrm>
          <a:off x="0" y="0"/>
          <a:ext cx="0" cy="0"/>
          <a:chOff x="0" y="0"/>
          <a:chExt cx="0" cy="0"/>
        </a:xfrm>
      </p:grpSpPr>
      <p:grpSp>
        <p:nvGrpSpPr>
          <p:cNvPr id="166" name="Group 6"/>
          <p:cNvGrpSpPr/>
          <p:nvPr/>
        </p:nvGrpSpPr>
        <p:grpSpPr>
          <a:xfrm>
            <a:off x="0" y="-8640"/>
            <a:ext cx="12191760" cy="6866640"/>
            <a:chOff x="0" y="-8640"/>
            <a:chExt cx="12191760" cy="6866640"/>
          </a:xfrm>
        </p:grpSpPr>
        <p:cxnSp>
          <p:nvCxnSpPr>
            <p:cNvPr id="167"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168"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15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9"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0"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69"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rmAutofit/>
          </a:bodyPr>
          <a:lstStyle>
            <a:lvl1pPr indent="0" algn="l" defTabSz="457200">
              <a:lnSpc>
                <a:spcPct val="100000"/>
              </a:lnSpc>
              <a:buNone/>
              <a:defRPr lang="uk-UA" sz="3600" b="0" u="none" strike="noStrike">
                <a:solidFill>
                  <a:schemeClr val="accent1"/>
                </a:solidFill>
                <a:effectLst/>
                <a:uFillTx/>
                <a:latin typeface="Trebuchet MS"/>
              </a:defRPr>
            </a:lvl1pPr>
          </a:lstStyle>
          <a:p>
            <a:pPr indent="0" algn="l" defTabSz="457200">
              <a:lnSpc>
                <a:spcPct val="100000"/>
              </a:lnSpc>
              <a:buNone/>
            </a:pPr>
            <a:r>
              <a:rPr lang="uk-UA" sz="3600" b="0" u="none" strike="noStrike">
                <a:solidFill>
                  <a:schemeClr val="accent1"/>
                </a:solidFill>
                <a:effectLst/>
                <a:uFillTx/>
                <a:latin typeface="Trebuchet MS"/>
              </a:rPr>
              <a:t>Клацніть, щоб редагувати стиль зразка заголовка</a:t>
            </a:r>
            <a:endParaRPr lang="en-US" sz="3600" b="0" u="none" strike="noStrike">
              <a:solidFill>
                <a:schemeClr val="accent1"/>
              </a:solidFill>
              <a:effectLst/>
              <a:uFillTx/>
              <a:latin typeface="Trebuchet MS"/>
            </a:endParaRPr>
          </a:p>
        </p:txBody>
      </p:sp>
      <p:sp>
        <p:nvSpPr>
          <p:cNvPr id="170" name="PlaceHolder 2"/>
          <p:cNvSpPr>
            <a:spLocks noGrp="1"/>
          </p:cNvSpPr>
          <p:nvPr>
            <p:ph type="body"/>
          </p:nvPr>
        </p:nvSpPr>
        <p:spPr>
          <a:xfrm>
            <a:off x="677160" y="2160720"/>
            <a:ext cx="8596440" cy="38804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171" name="PlaceHolder 3"/>
          <p:cNvSpPr>
            <a:spLocks noGrp="1"/>
          </p:cNvSpPr>
          <p:nvPr>
            <p:ph type="dt" idx="28"/>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72" name="PlaceHolder 4"/>
          <p:cNvSpPr>
            <a:spLocks noGrp="1"/>
          </p:cNvSpPr>
          <p:nvPr>
            <p:ph type="ftr" idx="29"/>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3" name="PlaceHolder 5"/>
          <p:cNvSpPr>
            <a:spLocks noGrp="1"/>
          </p:cNvSpPr>
          <p:nvPr>
            <p:ph type="sldNum" idx="30"/>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3100C357-B46E-46BF-B048-B4AD349B85A6}"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розділу">
    <p:bg>
      <p:bgPr>
        <a:solidFill>
          <a:srgbClr val="FFFFFF"/>
        </a:solidFill>
      </p:bgPr>
    </p:bg>
    <p:spTree>
      <p:nvGrpSpPr>
        <p:cNvPr id="1" name=""/>
        <p:cNvGrpSpPr/>
        <p:nvPr/>
      </p:nvGrpSpPr>
      <p:grpSpPr>
        <a:xfrm>
          <a:off x="0" y="0"/>
          <a:ext cx="0" cy="0"/>
          <a:chOff x="0" y="0"/>
          <a:chExt cx="0" cy="0"/>
        </a:xfrm>
      </p:grpSpPr>
      <p:grpSp>
        <p:nvGrpSpPr>
          <p:cNvPr id="174" name="Group 6"/>
          <p:cNvGrpSpPr/>
          <p:nvPr/>
        </p:nvGrpSpPr>
        <p:grpSpPr>
          <a:xfrm>
            <a:off x="0" y="-8640"/>
            <a:ext cx="12191760" cy="6866640"/>
            <a:chOff x="0" y="-8640"/>
            <a:chExt cx="12191760" cy="6866640"/>
          </a:xfrm>
        </p:grpSpPr>
        <p:cxnSp>
          <p:nvCxnSpPr>
            <p:cNvPr id="175"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176"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17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9"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3"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4"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85" name="PlaceHolder 1"/>
          <p:cNvSpPr>
            <a:spLocks noGrp="1"/>
          </p:cNvSpPr>
          <p:nvPr>
            <p:ph type="title"/>
          </p:nvPr>
        </p:nvSpPr>
        <p:spPr>
          <a:xfrm>
            <a:off x="677160" y="2700720"/>
            <a:ext cx="8596440" cy="1826280"/>
          </a:xfrm>
          <a:prstGeom prst="rect">
            <a:avLst/>
          </a:prstGeom>
          <a:noFill/>
          <a:ln w="0">
            <a:noFill/>
          </a:ln>
        </p:spPr>
        <p:txBody>
          <a:bodyPr lIns="91440" tIns="45720" rIns="91440" bIns="45720" anchor="b">
            <a:noAutofit/>
          </a:bodyPr>
          <a:lstStyle>
            <a:lvl1pPr indent="0" algn="l" defTabSz="457200">
              <a:lnSpc>
                <a:spcPct val="100000"/>
              </a:lnSpc>
              <a:buNone/>
              <a:defRPr lang="uk-UA" sz="4000" b="0" u="none" strike="noStrike">
                <a:solidFill>
                  <a:schemeClr val="accent1"/>
                </a:solidFill>
                <a:effectLst/>
                <a:uFillTx/>
                <a:latin typeface="Trebuchet MS"/>
              </a:defRPr>
            </a:lvl1pPr>
          </a:lstStyle>
          <a:p>
            <a:pPr indent="0" algn="l" defTabSz="457200">
              <a:lnSpc>
                <a:spcPct val="100000"/>
              </a:lnSpc>
              <a:buNone/>
            </a:pPr>
            <a:r>
              <a:rPr lang="uk-UA" sz="4000" b="0" u="none" strike="noStrike">
                <a:solidFill>
                  <a:schemeClr val="accent1"/>
                </a:solidFill>
                <a:effectLst/>
                <a:uFillTx/>
                <a:latin typeface="Trebuchet MS"/>
              </a:rPr>
              <a:t>Клацніть, щоб редагувати стиль зразка заголовка</a:t>
            </a:r>
            <a:endParaRPr lang="en-US" sz="4000" b="0" u="none" strike="noStrike">
              <a:solidFill>
                <a:schemeClr val="accent1"/>
              </a:solidFill>
              <a:effectLst/>
              <a:uFillTx/>
              <a:latin typeface="Trebuchet MS"/>
            </a:endParaRPr>
          </a:p>
        </p:txBody>
      </p:sp>
      <p:sp>
        <p:nvSpPr>
          <p:cNvPr id="186" name="PlaceHolder 2"/>
          <p:cNvSpPr>
            <a:spLocks noGrp="1"/>
          </p:cNvSpPr>
          <p:nvPr>
            <p:ph type="body"/>
          </p:nvPr>
        </p:nvSpPr>
        <p:spPr>
          <a:xfrm>
            <a:off x="677160" y="4527360"/>
            <a:ext cx="8596440" cy="86004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uk-UA" sz="20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uk-UA" sz="2000" b="0" u="none" strike="noStrike">
                <a:solidFill>
                  <a:schemeClr val="dk1">
                    <a:lumMod val="50000"/>
                    <a:lumOff val="50000"/>
                  </a:schemeClr>
                </a:solidFill>
                <a:effectLst/>
                <a:uFillTx/>
                <a:latin typeface="Trebuchet MS"/>
              </a:rPr>
              <a:t>Клацніть, щоб відредагувати стилі зразків тексту</a:t>
            </a:r>
            <a:endParaRPr lang="en-US" sz="2000" b="0" u="none" strike="noStrike">
              <a:solidFill>
                <a:schemeClr val="dk1">
                  <a:lumMod val="50000"/>
                  <a:lumOff val="50000"/>
                </a:schemeClr>
              </a:solidFill>
              <a:effectLst/>
              <a:uFillTx/>
              <a:latin typeface="Trebuchet MS"/>
            </a:endParaRPr>
          </a:p>
        </p:txBody>
      </p:sp>
      <p:sp>
        <p:nvSpPr>
          <p:cNvPr id="187" name="PlaceHolder 3"/>
          <p:cNvSpPr>
            <a:spLocks noGrp="1"/>
          </p:cNvSpPr>
          <p:nvPr>
            <p:ph type="dt" idx="31"/>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88" name="PlaceHolder 4"/>
          <p:cNvSpPr>
            <a:spLocks noGrp="1"/>
          </p:cNvSpPr>
          <p:nvPr>
            <p:ph type="ftr" idx="32"/>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9" name="PlaceHolder 5"/>
          <p:cNvSpPr>
            <a:spLocks noGrp="1"/>
          </p:cNvSpPr>
          <p:nvPr>
            <p:ph type="sldNum" idx="33"/>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B3DF36BF-079B-4A11-8369-03E076525312}"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Два об’єкти">
    <p:bg>
      <p:bgPr>
        <a:solidFill>
          <a:srgbClr val="FFFFFF"/>
        </a:solidFill>
      </p:bgPr>
    </p:bg>
    <p:spTree>
      <p:nvGrpSpPr>
        <p:cNvPr id="1" name=""/>
        <p:cNvGrpSpPr/>
        <p:nvPr/>
      </p:nvGrpSpPr>
      <p:grpSpPr>
        <a:xfrm>
          <a:off x="0" y="0"/>
          <a:ext cx="0" cy="0"/>
          <a:chOff x="0" y="0"/>
          <a:chExt cx="0" cy="0"/>
        </a:xfrm>
      </p:grpSpPr>
      <p:grpSp>
        <p:nvGrpSpPr>
          <p:cNvPr id="190" name="Group 6"/>
          <p:cNvGrpSpPr/>
          <p:nvPr/>
        </p:nvGrpSpPr>
        <p:grpSpPr>
          <a:xfrm>
            <a:off x="0" y="-8640"/>
            <a:ext cx="12191760" cy="6866640"/>
            <a:chOff x="0" y="-8640"/>
            <a:chExt cx="12191760" cy="6866640"/>
          </a:xfrm>
        </p:grpSpPr>
        <p:cxnSp>
          <p:nvCxnSpPr>
            <p:cNvPr id="191"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192"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19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5"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9"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0"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01"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uk-UA" sz="3600" b="0" u="none" strike="noStrike">
                <a:solidFill>
                  <a:schemeClr val="accent1"/>
                </a:solidFill>
                <a:effectLst/>
                <a:uFillTx/>
                <a:latin typeface="Trebuchet MS"/>
              </a:defRPr>
            </a:lvl1pPr>
          </a:lstStyle>
          <a:p>
            <a:pPr indent="0" algn="l" defTabSz="457200">
              <a:lnSpc>
                <a:spcPct val="100000"/>
              </a:lnSpc>
              <a:buNone/>
            </a:pPr>
            <a:r>
              <a:rPr lang="uk-UA" sz="3600" b="0" u="none" strike="noStrike">
                <a:solidFill>
                  <a:schemeClr val="accent1"/>
                </a:solidFill>
                <a:effectLst/>
                <a:uFillTx/>
                <a:latin typeface="Trebuchet MS"/>
              </a:rPr>
              <a:t>Клацніть, щоб редагувати стиль зразка заголовка</a:t>
            </a:r>
            <a:endParaRPr lang="en-US" sz="3600" b="0" u="none" strike="noStrike">
              <a:solidFill>
                <a:schemeClr val="accent1"/>
              </a:solidFill>
              <a:effectLst/>
              <a:uFillTx/>
              <a:latin typeface="Trebuchet MS"/>
            </a:endParaRPr>
          </a:p>
        </p:txBody>
      </p:sp>
      <p:sp>
        <p:nvSpPr>
          <p:cNvPr id="202" name="PlaceHolder 2"/>
          <p:cNvSpPr>
            <a:spLocks noGrp="1"/>
          </p:cNvSpPr>
          <p:nvPr>
            <p:ph type="body"/>
          </p:nvPr>
        </p:nvSpPr>
        <p:spPr>
          <a:xfrm>
            <a:off x="677160" y="2160720"/>
            <a:ext cx="4183560" cy="38804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203" name="PlaceHolder 3"/>
          <p:cNvSpPr>
            <a:spLocks noGrp="1"/>
          </p:cNvSpPr>
          <p:nvPr>
            <p:ph type="body"/>
          </p:nvPr>
        </p:nvSpPr>
        <p:spPr>
          <a:xfrm>
            <a:off x="5090040" y="2160720"/>
            <a:ext cx="4183560" cy="38804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204" name="PlaceHolder 4"/>
          <p:cNvSpPr>
            <a:spLocks noGrp="1"/>
          </p:cNvSpPr>
          <p:nvPr>
            <p:ph type="dt" idx="34"/>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05" name="PlaceHolder 5"/>
          <p:cNvSpPr>
            <a:spLocks noGrp="1"/>
          </p:cNvSpPr>
          <p:nvPr>
            <p:ph type="ftr" idx="35"/>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6" name="PlaceHolder 6"/>
          <p:cNvSpPr>
            <a:spLocks noGrp="1"/>
          </p:cNvSpPr>
          <p:nvPr>
            <p:ph type="sldNum" idx="36"/>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DED444D7-CEBF-41E0-B8FF-18456219D3C3}"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орівняння">
    <p:bg>
      <p:bgPr>
        <a:solidFill>
          <a:srgbClr val="FFFFFF"/>
        </a:solidFill>
      </p:bgPr>
    </p:bg>
    <p:spTree>
      <p:nvGrpSpPr>
        <p:cNvPr id="1" name=""/>
        <p:cNvGrpSpPr/>
        <p:nvPr/>
      </p:nvGrpSpPr>
      <p:grpSpPr>
        <a:xfrm>
          <a:off x="0" y="0"/>
          <a:ext cx="0" cy="0"/>
          <a:chOff x="0" y="0"/>
          <a:chExt cx="0" cy="0"/>
        </a:xfrm>
      </p:grpSpPr>
      <p:grpSp>
        <p:nvGrpSpPr>
          <p:cNvPr id="207" name="Group 6"/>
          <p:cNvGrpSpPr/>
          <p:nvPr/>
        </p:nvGrpSpPr>
        <p:grpSpPr>
          <a:xfrm>
            <a:off x="0" y="-8640"/>
            <a:ext cx="12191760" cy="6866640"/>
            <a:chOff x="0" y="-8640"/>
            <a:chExt cx="12191760" cy="6866640"/>
          </a:xfrm>
        </p:grpSpPr>
        <p:cxnSp>
          <p:nvCxnSpPr>
            <p:cNvPr id="208"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209"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21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2"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6"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7"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18"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uk-UA" sz="3600" b="0" u="none" strike="noStrike">
                <a:solidFill>
                  <a:schemeClr val="accent1"/>
                </a:solidFill>
                <a:effectLst/>
                <a:uFillTx/>
                <a:latin typeface="Trebuchet MS"/>
              </a:defRPr>
            </a:lvl1pPr>
          </a:lstStyle>
          <a:p>
            <a:pPr indent="0" algn="l" defTabSz="457200">
              <a:lnSpc>
                <a:spcPct val="100000"/>
              </a:lnSpc>
              <a:buNone/>
            </a:pPr>
            <a:r>
              <a:rPr lang="uk-UA" sz="3600" b="0" u="none" strike="noStrike">
                <a:solidFill>
                  <a:schemeClr val="accent1"/>
                </a:solidFill>
                <a:effectLst/>
                <a:uFillTx/>
                <a:latin typeface="Trebuchet MS"/>
              </a:rPr>
              <a:t>Клацніть, щоб редагувати стиль зразка заголовка</a:t>
            </a:r>
            <a:endParaRPr lang="en-US" sz="3600" b="0" u="none" strike="noStrike">
              <a:solidFill>
                <a:schemeClr val="accent1"/>
              </a:solidFill>
              <a:effectLst/>
              <a:uFillTx/>
              <a:latin typeface="Trebuchet MS"/>
            </a:endParaRPr>
          </a:p>
        </p:txBody>
      </p:sp>
      <p:sp>
        <p:nvSpPr>
          <p:cNvPr id="219" name="PlaceHolder 2"/>
          <p:cNvSpPr>
            <a:spLocks noGrp="1"/>
          </p:cNvSpPr>
          <p:nvPr>
            <p:ph type="body"/>
          </p:nvPr>
        </p:nvSpPr>
        <p:spPr>
          <a:xfrm>
            <a:off x="675720" y="2161080"/>
            <a:ext cx="4185360" cy="57600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uk-UA"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uk-UA" sz="24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2400" b="0" u="none" strike="noStrike">
              <a:solidFill>
                <a:schemeClr val="dk1">
                  <a:lumMod val="75000"/>
                  <a:lumOff val="25000"/>
                </a:schemeClr>
              </a:solidFill>
              <a:effectLst/>
              <a:uFillTx/>
              <a:latin typeface="Trebuchet MS"/>
            </a:endParaRPr>
          </a:p>
        </p:txBody>
      </p:sp>
      <p:sp>
        <p:nvSpPr>
          <p:cNvPr id="220" name="PlaceHolder 3"/>
          <p:cNvSpPr>
            <a:spLocks noGrp="1"/>
          </p:cNvSpPr>
          <p:nvPr>
            <p:ph type="body"/>
          </p:nvPr>
        </p:nvSpPr>
        <p:spPr>
          <a:xfrm>
            <a:off x="675720" y="2737080"/>
            <a:ext cx="4185360" cy="330372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tabLst>
                <a:tab pos="0" algn="l"/>
              </a:tabLst>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tabLst>
                <a:tab pos="0" algn="l"/>
              </a:tabLst>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tabLst>
                <a:tab pos="0" algn="l"/>
              </a:tabLst>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tabLst>
                <a:tab pos="0" algn="l"/>
              </a:tabLst>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tabLst>
                <a:tab pos="0" algn="l"/>
              </a:tabLst>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tabLst>
                <a:tab pos="0" algn="l"/>
              </a:tabLst>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tabLst>
                <a:tab pos="0" algn="l"/>
              </a:tabLst>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tabLst>
                <a:tab pos="0" algn="l"/>
              </a:tabLst>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tabLst>
                <a:tab pos="0" algn="l"/>
              </a:tabLst>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tabLst>
                <a:tab pos="0" algn="l"/>
              </a:tabLst>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221" name="PlaceHolder 4"/>
          <p:cNvSpPr>
            <a:spLocks noGrp="1"/>
          </p:cNvSpPr>
          <p:nvPr>
            <p:ph type="body"/>
          </p:nvPr>
        </p:nvSpPr>
        <p:spPr>
          <a:xfrm>
            <a:off x="5088240" y="2161080"/>
            <a:ext cx="4185360" cy="57600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uk-UA"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uk-UA" sz="24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2400" b="0" u="none" strike="noStrike">
              <a:solidFill>
                <a:schemeClr val="dk1">
                  <a:lumMod val="75000"/>
                  <a:lumOff val="25000"/>
                </a:schemeClr>
              </a:solidFill>
              <a:effectLst/>
              <a:uFillTx/>
              <a:latin typeface="Trebuchet MS"/>
            </a:endParaRPr>
          </a:p>
        </p:txBody>
      </p:sp>
      <p:sp>
        <p:nvSpPr>
          <p:cNvPr id="222" name="PlaceHolder 5"/>
          <p:cNvSpPr>
            <a:spLocks noGrp="1"/>
          </p:cNvSpPr>
          <p:nvPr>
            <p:ph type="body"/>
          </p:nvPr>
        </p:nvSpPr>
        <p:spPr>
          <a:xfrm>
            <a:off x="5088240" y="2737080"/>
            <a:ext cx="4185360" cy="330372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tabLst>
                <a:tab pos="0" algn="l"/>
              </a:tabLst>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tabLst>
                <a:tab pos="0" algn="l"/>
              </a:tabLst>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tabLst>
                <a:tab pos="0" algn="l"/>
              </a:tabLst>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tabLst>
                <a:tab pos="0" algn="l"/>
              </a:tabLst>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tabLst>
                <a:tab pos="0" algn="l"/>
              </a:tabLst>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tabLst>
                <a:tab pos="0" algn="l"/>
              </a:tabLst>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tabLst>
                <a:tab pos="0" algn="l"/>
              </a:tabLst>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tabLst>
                <a:tab pos="0" algn="l"/>
              </a:tabLst>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tabLst>
                <a:tab pos="0" algn="l"/>
              </a:tabLst>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tabLst>
                <a:tab pos="0" algn="l"/>
              </a:tabLst>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223" name="PlaceHolder 6"/>
          <p:cNvSpPr>
            <a:spLocks noGrp="1"/>
          </p:cNvSpPr>
          <p:nvPr>
            <p:ph type="dt" idx="37"/>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24" name="PlaceHolder 7"/>
          <p:cNvSpPr>
            <a:spLocks noGrp="1"/>
          </p:cNvSpPr>
          <p:nvPr>
            <p:ph type="ftr" idx="38"/>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5" name="PlaceHolder 8"/>
          <p:cNvSpPr>
            <a:spLocks noGrp="1"/>
          </p:cNvSpPr>
          <p:nvPr>
            <p:ph type="sldNum" idx="39"/>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A7C46337-1157-45E2-BC04-01FF6BB98097}"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Лише заголовок">
    <p:bg>
      <p:bgPr>
        <a:solidFill>
          <a:srgbClr val="FFFFFF"/>
        </a:solidFill>
      </p:bgPr>
    </p:bg>
    <p:spTree>
      <p:nvGrpSpPr>
        <p:cNvPr id="1" name=""/>
        <p:cNvGrpSpPr/>
        <p:nvPr/>
      </p:nvGrpSpPr>
      <p:grpSpPr>
        <a:xfrm>
          <a:off x="0" y="0"/>
          <a:ext cx="0" cy="0"/>
          <a:chOff x="0" y="0"/>
          <a:chExt cx="0" cy="0"/>
        </a:xfrm>
      </p:grpSpPr>
      <p:grpSp>
        <p:nvGrpSpPr>
          <p:cNvPr id="226" name="Group 6"/>
          <p:cNvGrpSpPr/>
          <p:nvPr/>
        </p:nvGrpSpPr>
        <p:grpSpPr>
          <a:xfrm>
            <a:off x="0" y="-8640"/>
            <a:ext cx="12191760" cy="6866640"/>
            <a:chOff x="0" y="-8640"/>
            <a:chExt cx="12191760" cy="6866640"/>
          </a:xfrm>
        </p:grpSpPr>
        <p:cxnSp>
          <p:nvCxnSpPr>
            <p:cNvPr id="227"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228"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22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1"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5"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6"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37"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lstStyle>
            <a:lvl1pPr indent="0" algn="l" defTabSz="457200">
              <a:lnSpc>
                <a:spcPct val="100000"/>
              </a:lnSpc>
              <a:buNone/>
              <a:defRPr lang="uk-UA" sz="3600" b="0" u="none" strike="noStrike">
                <a:solidFill>
                  <a:schemeClr val="accent1"/>
                </a:solidFill>
                <a:effectLst/>
                <a:uFillTx/>
                <a:latin typeface="Trebuchet MS"/>
              </a:defRPr>
            </a:lvl1pPr>
          </a:lstStyle>
          <a:p>
            <a:pPr indent="0" algn="l" defTabSz="457200">
              <a:lnSpc>
                <a:spcPct val="100000"/>
              </a:lnSpc>
              <a:buNone/>
            </a:pPr>
            <a:r>
              <a:rPr lang="uk-UA" sz="3600" b="0" u="none" strike="noStrike">
                <a:solidFill>
                  <a:schemeClr val="accent1"/>
                </a:solidFill>
                <a:effectLst/>
                <a:uFillTx/>
                <a:latin typeface="Trebuchet MS"/>
              </a:rPr>
              <a:t>Клацніть, щоб редагувати стиль зразка заголовка</a:t>
            </a:r>
            <a:endParaRPr lang="en-US" sz="3600" b="0" u="none" strike="noStrike">
              <a:solidFill>
                <a:schemeClr val="accent1"/>
              </a:solidFill>
              <a:effectLst/>
              <a:uFillTx/>
              <a:latin typeface="Trebuchet MS"/>
            </a:endParaRPr>
          </a:p>
        </p:txBody>
      </p:sp>
      <p:sp>
        <p:nvSpPr>
          <p:cNvPr id="238" name="PlaceHolder 2"/>
          <p:cNvSpPr>
            <a:spLocks noGrp="1"/>
          </p:cNvSpPr>
          <p:nvPr>
            <p:ph type="dt" idx="40"/>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39" name="PlaceHolder 3"/>
          <p:cNvSpPr>
            <a:spLocks noGrp="1"/>
          </p:cNvSpPr>
          <p:nvPr>
            <p:ph type="ftr" idx="41"/>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40" name="PlaceHolder 4"/>
          <p:cNvSpPr>
            <a:spLocks noGrp="1"/>
          </p:cNvSpPr>
          <p:nvPr>
            <p:ph type="sldNum" idx="42"/>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EABCDADC-0779-4FB3-989F-08791C1DEB72}"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устий слайд">
    <p:bg>
      <p:bgPr>
        <a:solidFill>
          <a:srgbClr val="FFFFFF"/>
        </a:solidFill>
      </p:bgPr>
    </p:bg>
    <p:spTree>
      <p:nvGrpSpPr>
        <p:cNvPr id="1" name=""/>
        <p:cNvGrpSpPr/>
        <p:nvPr/>
      </p:nvGrpSpPr>
      <p:grpSpPr>
        <a:xfrm>
          <a:off x="0" y="0"/>
          <a:ext cx="0" cy="0"/>
          <a:chOff x="0" y="0"/>
          <a:chExt cx="0" cy="0"/>
        </a:xfrm>
      </p:grpSpPr>
      <p:grpSp>
        <p:nvGrpSpPr>
          <p:cNvPr id="241" name="Group 6"/>
          <p:cNvGrpSpPr/>
          <p:nvPr/>
        </p:nvGrpSpPr>
        <p:grpSpPr>
          <a:xfrm>
            <a:off x="0" y="-8640"/>
            <a:ext cx="12191760" cy="6866640"/>
            <a:chOff x="0" y="-8640"/>
            <a:chExt cx="12191760" cy="6866640"/>
          </a:xfrm>
        </p:grpSpPr>
        <p:cxnSp>
          <p:nvCxnSpPr>
            <p:cNvPr id="242"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243"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24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6"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0"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1"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52" name="PlaceHolder 1"/>
          <p:cNvSpPr>
            <a:spLocks noGrp="1"/>
          </p:cNvSpPr>
          <p:nvPr>
            <p:ph type="dt" idx="43"/>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53" name="PlaceHolder 2"/>
          <p:cNvSpPr>
            <a:spLocks noGrp="1"/>
          </p:cNvSpPr>
          <p:nvPr>
            <p:ph type="ftr" idx="44"/>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4" name="PlaceHolder 3"/>
          <p:cNvSpPr>
            <a:spLocks noGrp="1"/>
          </p:cNvSpPr>
          <p:nvPr>
            <p:ph type="sldNum" idx="45"/>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A883E2EC-CF3B-48CD-B178-71FA19E0ABF7}"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Вміст і підпис">
    <p:bg>
      <p:bgPr>
        <a:solidFill>
          <a:srgbClr val="FFFFFF"/>
        </a:solidFill>
      </p:bgPr>
    </p:bg>
    <p:spTree>
      <p:nvGrpSpPr>
        <p:cNvPr id="1" name=""/>
        <p:cNvGrpSpPr/>
        <p:nvPr/>
      </p:nvGrpSpPr>
      <p:grpSpPr>
        <a:xfrm>
          <a:off x="0" y="0"/>
          <a:ext cx="0" cy="0"/>
          <a:chOff x="0" y="0"/>
          <a:chExt cx="0" cy="0"/>
        </a:xfrm>
      </p:grpSpPr>
      <p:grpSp>
        <p:nvGrpSpPr>
          <p:cNvPr id="255" name="Group 6"/>
          <p:cNvGrpSpPr/>
          <p:nvPr/>
        </p:nvGrpSpPr>
        <p:grpSpPr>
          <a:xfrm>
            <a:off x="0" y="-8640"/>
            <a:ext cx="12191760" cy="6866640"/>
            <a:chOff x="0" y="-8640"/>
            <a:chExt cx="12191760" cy="6866640"/>
          </a:xfrm>
        </p:grpSpPr>
        <p:cxnSp>
          <p:nvCxnSpPr>
            <p:cNvPr id="256"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257"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25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5"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66" name="PlaceHolder 1"/>
          <p:cNvSpPr>
            <a:spLocks noGrp="1"/>
          </p:cNvSpPr>
          <p:nvPr>
            <p:ph type="title"/>
          </p:nvPr>
        </p:nvSpPr>
        <p:spPr>
          <a:xfrm>
            <a:off x="677160" y="1498680"/>
            <a:ext cx="3854160" cy="1278000"/>
          </a:xfrm>
          <a:prstGeom prst="rect">
            <a:avLst/>
          </a:prstGeom>
          <a:noFill/>
          <a:ln w="0">
            <a:noFill/>
          </a:ln>
        </p:spPr>
        <p:txBody>
          <a:bodyPr lIns="91440" tIns="45720" rIns="91440" bIns="45720" anchor="b">
            <a:normAutofit/>
          </a:bodyPr>
          <a:lstStyle>
            <a:lvl1pPr indent="0" algn="l" defTabSz="457200">
              <a:lnSpc>
                <a:spcPct val="100000"/>
              </a:lnSpc>
              <a:buNone/>
              <a:defRPr lang="uk-UA" sz="2000" b="0" u="none" strike="noStrike">
                <a:solidFill>
                  <a:schemeClr val="accent1"/>
                </a:solidFill>
                <a:effectLst/>
                <a:uFillTx/>
                <a:latin typeface="Trebuchet MS"/>
              </a:defRPr>
            </a:lvl1pPr>
          </a:lstStyle>
          <a:p>
            <a:pPr indent="0" algn="l" defTabSz="457200">
              <a:lnSpc>
                <a:spcPct val="100000"/>
              </a:lnSpc>
              <a:buNone/>
            </a:pPr>
            <a:r>
              <a:rPr lang="uk-UA" sz="2000" b="0" u="none" strike="noStrike">
                <a:solidFill>
                  <a:schemeClr val="accent1"/>
                </a:solidFill>
                <a:effectLst/>
                <a:uFillTx/>
                <a:latin typeface="Trebuchet MS"/>
              </a:rPr>
              <a:t>Клацніть, щоб редагувати стиль зразка заголовка</a:t>
            </a:r>
            <a:endParaRPr lang="en-US" sz="2000" b="0" u="none" strike="noStrike">
              <a:solidFill>
                <a:schemeClr val="accent1"/>
              </a:solidFill>
              <a:effectLst/>
              <a:uFillTx/>
              <a:latin typeface="Trebuchet MS"/>
            </a:endParaRPr>
          </a:p>
        </p:txBody>
      </p:sp>
      <p:sp>
        <p:nvSpPr>
          <p:cNvPr id="267" name="PlaceHolder 2"/>
          <p:cNvSpPr>
            <a:spLocks noGrp="1"/>
          </p:cNvSpPr>
          <p:nvPr>
            <p:ph type="body"/>
          </p:nvPr>
        </p:nvSpPr>
        <p:spPr>
          <a:xfrm>
            <a:off x="4760640" y="514800"/>
            <a:ext cx="4513320" cy="552600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defRPr lang="uk-UA"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uk-UA"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uk-UA"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uk-UA"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uk-UA" sz="18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90C226"/>
              </a:buClr>
              <a:buSzPct val="80000"/>
              <a:buFont typeface="Wingdings 3" charset="2"/>
              <a:buChar char=""/>
            </a:pPr>
            <a:r>
              <a:rPr lang="uk-UA" sz="1600" b="0" u="none" strike="noStrike">
                <a:solidFill>
                  <a:schemeClr val="dk1">
                    <a:lumMod val="75000"/>
                    <a:lumOff val="25000"/>
                  </a:schemeClr>
                </a:solidFill>
                <a:effectLst/>
                <a:uFillTx/>
                <a:latin typeface="Trebuchet MS"/>
              </a:rPr>
              <a:t>Другий рівень</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90C226"/>
              </a:buClr>
              <a:buSzPct val="80000"/>
              <a:buFont typeface="Wingdings 3" charset="2"/>
              <a:buChar char=""/>
            </a:pPr>
            <a:r>
              <a:rPr lang="uk-UA" sz="1400" b="0" u="none" strike="noStrike">
                <a:solidFill>
                  <a:schemeClr val="dk1">
                    <a:lumMod val="75000"/>
                    <a:lumOff val="25000"/>
                  </a:schemeClr>
                </a:solidFill>
                <a:effectLst/>
                <a:uFillTx/>
                <a:latin typeface="Trebuchet MS"/>
              </a:rPr>
              <a:t>Третій рівень</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Четвертий рівень</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90C226"/>
              </a:buClr>
              <a:buSzPct val="80000"/>
              <a:buFont typeface="Wingdings 3" charset="2"/>
              <a:buChar char=""/>
            </a:pPr>
            <a:r>
              <a:rPr lang="uk-UA" sz="1200" b="0" u="none" strike="noStrike">
                <a:solidFill>
                  <a:schemeClr val="dk1">
                    <a:lumMod val="75000"/>
                    <a:lumOff val="25000"/>
                  </a:schemeClr>
                </a:solidFill>
                <a:effectLst/>
                <a:uFillTx/>
                <a:latin typeface="Trebuchet MS"/>
              </a:rPr>
              <a:t>П’ятий рівень</a:t>
            </a:r>
            <a:endParaRPr lang="en-US" sz="1200" b="0" u="none" strike="noStrike">
              <a:solidFill>
                <a:schemeClr val="dk1">
                  <a:lumMod val="75000"/>
                  <a:lumOff val="25000"/>
                </a:schemeClr>
              </a:solidFill>
              <a:effectLst/>
              <a:uFillTx/>
              <a:latin typeface="Trebuchet MS"/>
            </a:endParaRPr>
          </a:p>
        </p:txBody>
      </p:sp>
      <p:sp>
        <p:nvSpPr>
          <p:cNvPr id="268" name="PlaceHolder 3"/>
          <p:cNvSpPr>
            <a:spLocks noGrp="1"/>
          </p:cNvSpPr>
          <p:nvPr>
            <p:ph type="body"/>
          </p:nvPr>
        </p:nvSpPr>
        <p:spPr>
          <a:xfrm>
            <a:off x="677160" y="2777040"/>
            <a:ext cx="3854160" cy="258408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uk-UA" sz="1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uk-UA" sz="14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400" b="0" u="none" strike="noStrike">
              <a:solidFill>
                <a:schemeClr val="dk1">
                  <a:lumMod val="75000"/>
                  <a:lumOff val="25000"/>
                </a:schemeClr>
              </a:solidFill>
              <a:effectLst/>
              <a:uFillTx/>
              <a:latin typeface="Trebuchet MS"/>
            </a:endParaRPr>
          </a:p>
        </p:txBody>
      </p:sp>
      <p:sp>
        <p:nvSpPr>
          <p:cNvPr id="269" name="PlaceHolder 4"/>
          <p:cNvSpPr>
            <a:spLocks noGrp="1"/>
          </p:cNvSpPr>
          <p:nvPr>
            <p:ph type="dt" idx="46"/>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70" name="PlaceHolder 5"/>
          <p:cNvSpPr>
            <a:spLocks noGrp="1"/>
          </p:cNvSpPr>
          <p:nvPr>
            <p:ph type="ftr" idx="47"/>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1" name="PlaceHolder 6"/>
          <p:cNvSpPr>
            <a:spLocks noGrp="1"/>
          </p:cNvSpPr>
          <p:nvPr>
            <p:ph type="sldNum" idx="48"/>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8BEE6D9A-360D-4721-9386-4AC7CCBB850F}"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Рисунок і підпис">
    <p:bg>
      <p:bgPr>
        <a:solidFill>
          <a:srgbClr val="FFFFFF"/>
        </a:solidFill>
      </p:bgPr>
    </p:bg>
    <p:spTree>
      <p:nvGrpSpPr>
        <p:cNvPr id="1" name=""/>
        <p:cNvGrpSpPr/>
        <p:nvPr/>
      </p:nvGrpSpPr>
      <p:grpSpPr>
        <a:xfrm>
          <a:off x="0" y="0"/>
          <a:ext cx="0" cy="0"/>
          <a:chOff x="0" y="0"/>
          <a:chExt cx="0" cy="0"/>
        </a:xfrm>
      </p:grpSpPr>
      <p:grpSp>
        <p:nvGrpSpPr>
          <p:cNvPr id="272" name="Group 6"/>
          <p:cNvGrpSpPr/>
          <p:nvPr/>
        </p:nvGrpSpPr>
        <p:grpSpPr>
          <a:xfrm>
            <a:off x="0" y="-8640"/>
            <a:ext cx="12191760" cy="6866640"/>
            <a:chOff x="0" y="-8640"/>
            <a:chExt cx="12191760" cy="6866640"/>
          </a:xfrm>
        </p:grpSpPr>
        <p:cxnSp>
          <p:nvCxnSpPr>
            <p:cNvPr id="273"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274"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27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7"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1"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2"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83" name="PlaceHolder 1"/>
          <p:cNvSpPr>
            <a:spLocks noGrp="1"/>
          </p:cNvSpPr>
          <p:nvPr>
            <p:ph type="title"/>
          </p:nvPr>
        </p:nvSpPr>
        <p:spPr>
          <a:xfrm>
            <a:off x="677160" y="4800600"/>
            <a:ext cx="8596440" cy="566280"/>
          </a:xfrm>
          <a:prstGeom prst="rect">
            <a:avLst/>
          </a:prstGeom>
          <a:noFill/>
          <a:ln w="0">
            <a:noFill/>
          </a:ln>
        </p:spPr>
        <p:txBody>
          <a:bodyPr lIns="91440" tIns="45720" rIns="91440" bIns="45720" anchor="b">
            <a:normAutofit/>
          </a:bodyPr>
          <a:lstStyle>
            <a:lvl1pPr indent="0" algn="l" defTabSz="457200">
              <a:lnSpc>
                <a:spcPct val="100000"/>
              </a:lnSpc>
              <a:buNone/>
              <a:defRPr lang="uk-UA" sz="2400" b="0" u="none" strike="noStrike">
                <a:solidFill>
                  <a:schemeClr val="accent1"/>
                </a:solidFill>
                <a:effectLst/>
                <a:uFillTx/>
                <a:latin typeface="Trebuchet MS"/>
              </a:defRPr>
            </a:lvl1pPr>
          </a:lstStyle>
          <a:p>
            <a:pPr indent="0" algn="l" defTabSz="457200">
              <a:lnSpc>
                <a:spcPct val="100000"/>
              </a:lnSpc>
              <a:buNone/>
            </a:pPr>
            <a:r>
              <a:rPr lang="uk-UA" sz="2400" b="0" u="none" strike="noStrike">
                <a:solidFill>
                  <a:schemeClr val="accent1"/>
                </a:solidFill>
                <a:effectLst/>
                <a:uFillTx/>
                <a:latin typeface="Trebuchet MS"/>
              </a:rPr>
              <a:t>Клацніть, щоб редагувати стиль зразка заголовка</a:t>
            </a:r>
            <a:endParaRPr lang="en-US" sz="2400" b="0" u="none" strike="noStrike">
              <a:solidFill>
                <a:schemeClr val="accent1"/>
              </a:solidFill>
              <a:effectLst/>
              <a:uFillTx/>
              <a:latin typeface="Trebuchet MS"/>
            </a:endParaRPr>
          </a:p>
        </p:txBody>
      </p:sp>
      <p:sp>
        <p:nvSpPr>
          <p:cNvPr id="284" name="PlaceHolder 2"/>
          <p:cNvSpPr>
            <a:spLocks noGrp="1"/>
          </p:cNvSpPr>
          <p:nvPr>
            <p:ph type="body"/>
          </p:nvPr>
        </p:nvSpPr>
        <p:spPr>
          <a:xfrm>
            <a:off x="677160" y="609480"/>
            <a:ext cx="8596440" cy="3845520"/>
          </a:xfrm>
          <a:prstGeom prst="rect">
            <a:avLst/>
          </a:prstGeom>
          <a:noFill/>
          <a:ln w="0">
            <a:noFill/>
          </a:ln>
        </p:spPr>
        <p:txBody>
          <a:bodyPr lIns="90000" tIns="45000" rIns="90000" bIns="45000" anchor="t">
            <a:normAutofit/>
          </a:bodyPr>
          <a:lstStyle>
            <a:lvl1pPr indent="0" algn="ctr" defTabSz="457200">
              <a:lnSpc>
                <a:spcPct val="100000"/>
              </a:lnSpc>
              <a:buNone/>
              <a:tabLst>
                <a:tab pos="0" algn="l"/>
              </a:tabLst>
              <a:defRPr lang="uk-UA" sz="1600" b="0" u="none" strike="noStrike">
                <a:solidFill>
                  <a:schemeClr val="dk1"/>
                </a:solidFill>
                <a:effectLst/>
                <a:uFillTx/>
                <a:latin typeface="Trebuchet MS"/>
              </a:defRPr>
            </a:lvl1pPr>
          </a:lstStyle>
          <a:p>
            <a:pPr indent="0" algn="ctr" defTabSz="457200">
              <a:lnSpc>
                <a:spcPct val="100000"/>
              </a:lnSpc>
              <a:buNone/>
              <a:tabLst>
                <a:tab pos="0" algn="l"/>
              </a:tabLst>
            </a:pPr>
            <a:r>
              <a:rPr lang="uk-UA" sz="1600" b="0" u="none" strike="noStrike">
                <a:solidFill>
                  <a:schemeClr val="dk1"/>
                </a:solidFill>
                <a:effectLst/>
                <a:uFillTx/>
                <a:latin typeface="Trebuchet MS"/>
              </a:rPr>
              <a:t>Клацніть піктограму, щоб додати зображення</a:t>
            </a:r>
            <a:endParaRPr lang="en-US" sz="1600" b="0" u="none" strike="noStrike">
              <a:solidFill>
                <a:schemeClr val="dk1">
                  <a:lumMod val="75000"/>
                  <a:lumOff val="25000"/>
                </a:schemeClr>
              </a:solidFill>
              <a:effectLst/>
              <a:uFillTx/>
              <a:latin typeface="Trebuchet MS"/>
            </a:endParaRPr>
          </a:p>
        </p:txBody>
      </p:sp>
      <p:sp>
        <p:nvSpPr>
          <p:cNvPr id="285" name="PlaceHolder 3"/>
          <p:cNvSpPr>
            <a:spLocks noGrp="1"/>
          </p:cNvSpPr>
          <p:nvPr>
            <p:ph type="body"/>
          </p:nvPr>
        </p:nvSpPr>
        <p:spPr>
          <a:xfrm>
            <a:off x="677160" y="5367240"/>
            <a:ext cx="8596440" cy="67356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uk-UA" sz="12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uk-UA" sz="1200" b="0" u="none" strike="noStrike">
                <a:solidFill>
                  <a:schemeClr val="dk1">
                    <a:lumMod val="75000"/>
                    <a:lumOff val="25000"/>
                  </a:schemeClr>
                </a:solidFill>
                <a:effectLst/>
                <a:uFillTx/>
                <a:latin typeface="Trebuchet MS"/>
              </a:rPr>
              <a:t>Клацніть, щоб відредагувати стилі зразків тексту</a:t>
            </a:r>
            <a:endParaRPr lang="en-US" sz="1200" b="0" u="none" strike="noStrike">
              <a:solidFill>
                <a:schemeClr val="dk1">
                  <a:lumMod val="75000"/>
                  <a:lumOff val="25000"/>
                </a:schemeClr>
              </a:solidFill>
              <a:effectLst/>
              <a:uFillTx/>
              <a:latin typeface="Trebuchet MS"/>
            </a:endParaRPr>
          </a:p>
        </p:txBody>
      </p:sp>
      <p:sp>
        <p:nvSpPr>
          <p:cNvPr id="286" name="PlaceHolder 4"/>
          <p:cNvSpPr>
            <a:spLocks noGrp="1"/>
          </p:cNvSpPr>
          <p:nvPr>
            <p:ph type="dt" idx="49"/>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87" name="PlaceHolder 5"/>
          <p:cNvSpPr>
            <a:spLocks noGrp="1"/>
          </p:cNvSpPr>
          <p:nvPr>
            <p:ph type="ftr" idx="50"/>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88" name="PlaceHolder 6"/>
          <p:cNvSpPr>
            <a:spLocks noGrp="1"/>
          </p:cNvSpPr>
          <p:nvPr>
            <p:ph type="sldNum" idx="51"/>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ED26CC08-C574-4ED5-A01D-611A05ACDD54}"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 name="Group 6"/>
          <p:cNvGrpSpPr/>
          <p:nvPr/>
        </p:nvGrpSpPr>
        <p:grpSpPr>
          <a:xfrm>
            <a:off x="0" y="-8640"/>
            <a:ext cx="12191760" cy="6866640"/>
            <a:chOff x="0" y="-8640"/>
            <a:chExt cx="12191760" cy="6866640"/>
          </a:xfrm>
        </p:grpSpPr>
        <p:cxnSp>
          <p:nvCxnSpPr>
            <p:cNvPr id="3" name="Straight Connector 19"/>
            <p:cNvCxnSpPr/>
            <p:nvPr/>
          </p:nvCxnSpPr>
          <p:spPr>
            <a:xfrm>
              <a:off x="9370800" y="0"/>
              <a:ext cx="1219680" cy="6858360"/>
            </a:xfrm>
            <a:prstGeom prst="straightConnector1">
              <a:avLst/>
            </a:prstGeom>
            <a:ln cap="rnd" w="9525">
              <a:solidFill>
                <a:srgbClr val="FFFFFF">
                  <a:lumMod val="75000"/>
                </a:srgbClr>
              </a:solidFill>
              <a:round/>
            </a:ln>
          </p:spPr>
        </p:cxnSp>
        <p:cxnSp>
          <p:nvCxnSpPr>
            <p:cNvPr id="4"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grpSp>
        <p:nvGrpSpPr>
          <p:cNvPr id="13" name="Group 6"/>
          <p:cNvGrpSpPr/>
          <p:nvPr/>
        </p:nvGrpSpPr>
        <p:grpSpPr>
          <a:xfrm>
            <a:off x="360" y="-8640"/>
            <a:ext cx="12191400" cy="6866640"/>
            <a:chOff x="360" y="-8640"/>
            <a:chExt cx="12191400" cy="6866640"/>
          </a:xfrm>
        </p:grpSpPr>
        <p:cxnSp>
          <p:nvCxnSpPr>
            <p:cNvPr id="14" name="Straight Connector 31"/>
            <p:cNvCxnSpPr/>
            <p:nvPr/>
          </p:nvCxnSpPr>
          <p:spPr>
            <a:xfrm>
              <a:off x="9370800" y="0"/>
              <a:ext cx="1219680" cy="6858360"/>
            </a:xfrm>
            <a:prstGeom prst="straightConnector1">
              <a:avLst/>
            </a:prstGeom>
            <a:ln cap="rnd" w="9525">
              <a:solidFill>
                <a:srgbClr val="FFFFFF">
                  <a:lumMod val="75000"/>
                </a:srgbClr>
              </a:solidFill>
              <a:round/>
            </a:ln>
          </p:spPr>
        </p:cxnSp>
        <p:cxnSp>
          <p:nvCxnSpPr>
            <p:cNvPr id="15" name="Straight Connector 20"/>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1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 name="Isosceles Triangle 26"/>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Isosceles Triangle 30"/>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Isosceles Triangle 18"/>
            <p:cNvSpPr/>
            <p:nvPr/>
          </p:nvSpPr>
          <p:spPr>
            <a:xfrm rot="10800000">
              <a:off x="360" y="360"/>
              <a:ext cx="842400" cy="566568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4" name="PlaceHolder 1"/>
          <p:cNvSpPr>
            <a:spLocks noGrp="1"/>
          </p:cNvSpPr>
          <p:nvPr>
            <p:ph type="title"/>
          </p:nvPr>
        </p:nvSpPr>
        <p:spPr>
          <a:xfrm>
            <a:off x="1506960" y="2404440"/>
            <a:ext cx="7766640" cy="1645920"/>
          </a:xfrm>
          <a:prstGeom prst="rect">
            <a:avLst/>
          </a:prstGeom>
          <a:noFill/>
          <a:ln w="0">
            <a:noFill/>
          </a:ln>
        </p:spPr>
        <p:txBody>
          <a:bodyPr lIns="91440" tIns="45720" rIns="91440" bIns="45720" anchor="b">
            <a:noAutofit/>
          </a:bodyPr>
          <a:lstStyle>
            <a:lvl1pPr indent="0" algn="r" defTabSz="457200">
              <a:lnSpc>
                <a:spcPct val="100000"/>
              </a:lnSpc>
              <a:buNone/>
              <a:defRPr lang="uk-UA" sz="5400" b="0" u="none" strike="noStrike">
                <a:solidFill>
                  <a:schemeClr val="accent1"/>
                </a:solidFill>
                <a:effectLst/>
                <a:uFillTx/>
                <a:latin typeface="Trebuchet MS"/>
              </a:defRPr>
            </a:lvl1pPr>
          </a:lstStyle>
          <a:p>
            <a:pPr indent="0" algn="r" defTabSz="457200">
              <a:lnSpc>
                <a:spcPct val="100000"/>
              </a:lnSpc>
              <a:buNone/>
            </a:pPr>
            <a:r>
              <a:rPr lang="uk-UA" sz="5400" b="0" u="none" strike="noStrike">
                <a:solidFill>
                  <a:schemeClr val="accent1"/>
                </a:solidFill>
                <a:effectLst/>
                <a:uFillTx/>
                <a:latin typeface="Trebuchet MS"/>
              </a:rPr>
              <a:t>Клацніть, щоб редагувати стиль зразка заголовка</a:t>
            </a:r>
            <a:endParaRPr lang="en-US" sz="5400" b="0" u="none" strike="noStrike">
              <a:solidFill>
                <a:schemeClr val="accent1"/>
              </a:solidFill>
              <a:effectLst/>
              <a:uFillTx/>
              <a:latin typeface="Trebuchet MS"/>
            </a:endParaRPr>
          </a:p>
        </p:txBody>
      </p:sp>
      <p:sp>
        <p:nvSpPr>
          <p:cNvPr id="25" name="PlaceHolder 2"/>
          <p:cNvSpPr>
            <a:spLocks noGrp="1"/>
          </p:cNvSpPr>
          <p:nvPr>
            <p:ph type="dt" idx="1"/>
          </p:nvPr>
        </p:nvSpPr>
        <p:spPr>
          <a:xfrm>
            <a:off x="7205040" y="6041520"/>
            <a:ext cx="9115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dk1">
                    <a:tint val="75000"/>
                  </a:schemeClr>
                </a:solidFill>
                <a:effectLst/>
                <a:uFillTx/>
                <a:latin typeface="Trebuchet MS"/>
              </a:defRPr>
            </a:lvl1pPr>
          </a:lstStyle>
          <a:p>
            <a:pPr indent="0" algn="r" defTabSz="457200">
              <a:lnSpc>
                <a:spcPct val="100000"/>
              </a:lnSpc>
              <a:buNone/>
            </a:pPr>
            <a:r>
              <a:rPr lang="pl-PL"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6" name="PlaceHolder 3"/>
          <p:cNvSpPr>
            <a:spLocks noGrp="1"/>
          </p:cNvSpPr>
          <p:nvPr>
            <p:ph type="ftr" idx="2"/>
          </p:nvPr>
        </p:nvSpPr>
        <p:spPr>
          <a:xfrm>
            <a:off x="677160" y="6041520"/>
            <a:ext cx="6297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 name="PlaceHolder 4"/>
          <p:cNvSpPr>
            <a:spLocks noGrp="1"/>
          </p:cNvSpPr>
          <p:nvPr>
            <p:ph type="sldNum" idx="3"/>
          </p:nvPr>
        </p:nvSpPr>
        <p:spPr>
          <a:xfrm>
            <a:off x="8590680" y="6041520"/>
            <a:ext cx="682920" cy="364680"/>
          </a:xfrm>
          <a:prstGeom prst="rect">
            <a:avLst/>
          </a:prstGeom>
          <a:noFill/>
          <a:ln w="0">
            <a:noFill/>
          </a:ln>
        </p:spPr>
        <p:txBody>
          <a:bodyPr lIns="91440" tIns="45720" rIns="91440" bIns="45720" anchor="ctr">
            <a:noAutofit/>
          </a:bodyPr>
          <a:lstStyle>
            <a:lvl1pPr indent="0" algn="r" defTabSz="457200">
              <a:lnSpc>
                <a:spcPct val="100000"/>
              </a:lnSpc>
              <a:buNone/>
              <a:defRPr lang="pl-PL" sz="900" b="0" u="none" strike="noStrike">
                <a:solidFill>
                  <a:schemeClr val="accent1"/>
                </a:solidFill>
                <a:effectLst/>
                <a:uFillTx/>
                <a:latin typeface="Trebuchet MS"/>
              </a:defRPr>
            </a:lvl1pPr>
          </a:lstStyle>
          <a:p>
            <a:pPr indent="0" algn="r" defTabSz="457200">
              <a:lnSpc>
                <a:spcPct val="100000"/>
              </a:lnSpc>
              <a:buNone/>
            </a:pPr>
            <a:fld id="{9DFF52EA-1330-4389-8B82-4D48D3663217}" type="slidenum">
              <a:rPr lang="pl-PL"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spcBef>
                <a:spcPts val="1001"/>
              </a:spcBef>
              <a:buClr>
                <a:srgbClr val="000000"/>
              </a:buClr>
              <a:buSzPct val="75000"/>
              <a:buFont typeface="Symbol" charset="2"/>
              <a:buChar char=""/>
              <a:defRPr lang="en-US" sz="1600" b="0" u="none" strike="noStrike">
                <a:solidFill>
                  <a:schemeClr val="dk1">
                    <a:lumMod val="75000"/>
                    <a:lumOff val="25000"/>
                  </a:schemeClr>
                </a:solidFill>
                <a:effectLst/>
                <a:uFillTx/>
                <a:latin typeface="Trebuchet MS"/>
              </a:defRPr>
            </a:lvl2pPr>
            <a:lvl3pPr lvl="2" algn="l" defTabSz="457200">
              <a:spcBef>
                <a:spcPts val="1001"/>
              </a:spcBef>
              <a:buClr>
                <a:srgbClr val="000000"/>
              </a:buClr>
              <a:buSzPct val="45000"/>
              <a:buFont typeface="Wingdings" charset="2"/>
              <a:buChar char=""/>
              <a:defRPr lang="en-US" sz="1400" b="0" u="none" strike="noStrike">
                <a:solidFill>
                  <a:schemeClr val="dk1">
                    <a:lumMod val="75000"/>
                    <a:lumOff val="25000"/>
                  </a:schemeClr>
                </a:solidFill>
                <a:effectLst/>
                <a:uFillTx/>
                <a:latin typeface="Trebuchet MS"/>
              </a:defRPr>
            </a:lvl3pPr>
            <a:lvl4pPr lvl="3" algn="l" defTabSz="457200">
              <a:spcBef>
                <a:spcPts val="1001"/>
              </a:spcBef>
              <a:buClr>
                <a:srgbClr val="000000"/>
              </a:buClr>
              <a:buSzPct val="75000"/>
              <a:buFont typeface="Symbol" charset="2"/>
              <a:buChar char=""/>
              <a:defRPr lang="en-US" sz="1200" b="0" u="none" strike="noStrike">
                <a:solidFill>
                  <a:schemeClr val="dk1">
                    <a:lumMod val="75000"/>
                    <a:lumOff val="25000"/>
                  </a:schemeClr>
                </a:solidFill>
                <a:effectLst/>
                <a:uFillTx/>
                <a:latin typeface="Trebuchet MS"/>
              </a:defRPr>
            </a:lvl4pPr>
            <a:lvl5pPr lvl="4" algn="l" defTabSz="457200">
              <a:spcBef>
                <a:spcPts val="1001"/>
              </a:spcBef>
              <a:buClr>
                <a:srgbClr val="000000"/>
              </a:buClr>
              <a:buSzPct val="45000"/>
              <a:buFont typeface="Wingdings" charset="2"/>
              <a:buChar char=""/>
              <a:defRPr lang="en-US" sz="1200" b="0" u="none" strike="noStrike">
                <a:solidFill>
                  <a:schemeClr val="dk1">
                    <a:lumMod val="75000"/>
                    <a:lumOff val="25000"/>
                  </a:schemeClr>
                </a:solidFill>
                <a:effectLst/>
                <a:uFillTx/>
                <a:latin typeface="Trebuchet MS"/>
              </a:defRPr>
            </a:lvl5pPr>
            <a:lvl6pPr lvl="5" algn="l" defTabSz="457200">
              <a:spcBef>
                <a:spcPts val="283"/>
              </a:spcBef>
              <a:buClr>
                <a:srgbClr val="000000"/>
              </a:buClr>
              <a:buSzPct val="45000"/>
              <a:buFont typeface="Wingdings" charset="2"/>
              <a:buChar char=""/>
              <a:defRPr lang="en-US" sz="2000" b="0" u="none" strike="noStrike">
                <a:solidFill>
                  <a:schemeClr val="dk1">
                    <a:lumMod val="75000"/>
                    <a:lumOff val="25000"/>
                  </a:schemeClr>
                </a:solidFill>
                <a:effectLst/>
                <a:uFillTx/>
                <a:latin typeface="Trebuchet MS"/>
              </a:defRPr>
            </a:lvl6pPr>
            <a:lvl7pPr lvl="6" algn="l" defTabSz="457200">
              <a:spcBef>
                <a:spcPts val="283"/>
              </a:spcBef>
              <a:buClr>
                <a:srgbClr val="000000"/>
              </a:buClr>
              <a:buSzPct val="45000"/>
              <a:buFont typeface="Wingdings" charset="2"/>
              <a:buChar char=""/>
              <a:defRPr lang="en-US" sz="2000" b="0" u="none" strike="noStrike">
                <a:solidFill>
                  <a:schemeClr val="dk1">
                    <a:lumMod val="75000"/>
                    <a:lumOff val="25000"/>
                  </a:schemeClr>
                </a:solidFill>
                <a:effectLst/>
                <a:uFillTx/>
                <a:latin typeface="Trebuchet MS"/>
              </a:defRPr>
            </a:lvl7pPr>
          </a:lstStyle>
          <a:p>
            <a:pPr marL="343080" indent="-343080" algn="l" defTabSz="457200">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chemeClr val="dk1">
                  <a:lumMod val="75000"/>
                  <a:lumOff val="25000"/>
                </a:schemeClr>
              </a:solidFill>
              <a:effectLst/>
              <a:uFillTx/>
              <a:latin typeface="Trebuchet MS"/>
            </a:endParaRPr>
          </a:p>
          <a:p>
            <a:pPr marL="864000" lvl="1" indent="-324000" algn="l" defTabSz="457200">
              <a:spcBef>
                <a:spcPts val="1001"/>
              </a:spcBef>
              <a:buClr>
                <a:srgbClr val="000000"/>
              </a:buClr>
              <a:buSzPct val="75000"/>
              <a:buFont typeface="Symbol" charset="2"/>
              <a:buChar char=""/>
            </a:pPr>
            <a:r>
              <a:rPr lang="en-US" sz="1600" b="0" u="none" strike="noStrike">
                <a:solidFill>
                  <a:schemeClr val="dk1">
                    <a:lumMod val="75000"/>
                    <a:lumOff val="25000"/>
                  </a:schemeClr>
                </a:solidFill>
                <a:effectLst/>
                <a:uFillTx/>
                <a:latin typeface="Trebuchet MS"/>
              </a:rPr>
              <a:t>Second Outline Level</a:t>
            </a:r>
            <a:endParaRPr lang="en-US" sz="1600" b="0" u="none" strike="noStrike">
              <a:solidFill>
                <a:schemeClr val="dk1">
                  <a:lumMod val="75000"/>
                  <a:lumOff val="25000"/>
                </a:schemeClr>
              </a:solidFill>
              <a:effectLst/>
              <a:uFillTx/>
              <a:latin typeface="Trebuchet MS"/>
            </a:endParaRPr>
          </a:p>
          <a:p>
            <a:pPr marL="1296000" lvl="2" indent="-288000" algn="l" defTabSz="457200">
              <a:spcBef>
                <a:spcPts val="1001"/>
              </a:spcBef>
              <a:buClr>
                <a:srgbClr val="000000"/>
              </a:buClr>
              <a:buSzPct val="45000"/>
              <a:buFont typeface="Wingdings" charset="2"/>
              <a:buChar char=""/>
            </a:pPr>
            <a:r>
              <a:rPr lang="en-US" sz="1400" b="0" u="none" strike="noStrike">
                <a:solidFill>
                  <a:schemeClr val="dk1">
                    <a:lumMod val="75000"/>
                    <a:lumOff val="25000"/>
                  </a:schemeClr>
                </a:solidFill>
                <a:effectLst/>
                <a:uFillTx/>
                <a:latin typeface="Trebuchet MS"/>
              </a:rPr>
              <a:t>Third Outline Level</a:t>
            </a:r>
            <a:endParaRPr lang="en-US" sz="1400" b="0" u="none" strike="noStrike">
              <a:solidFill>
                <a:schemeClr val="dk1">
                  <a:lumMod val="75000"/>
                  <a:lumOff val="25000"/>
                </a:schemeClr>
              </a:solidFill>
              <a:effectLst/>
              <a:uFillTx/>
              <a:latin typeface="Trebuchet MS"/>
            </a:endParaRPr>
          </a:p>
          <a:p>
            <a:pPr marL="1728000" lvl="3" indent="-216000" algn="l" defTabSz="457200">
              <a:spcBef>
                <a:spcPts val="1001"/>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chemeClr val="dk1">
                  <a:lumMod val="75000"/>
                  <a:lumOff val="25000"/>
                </a:schemeClr>
              </a:solidFill>
              <a:effectLst/>
              <a:uFillTx/>
              <a:latin typeface="Trebuchet MS"/>
            </a:endParaRPr>
          </a:p>
          <a:p>
            <a:pPr marL="2160000" lvl="4" indent="-216000" algn="l" defTabSz="457200">
              <a:spcBef>
                <a:spcPts val="1001"/>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Fifth Outline Level</a:t>
            </a:r>
            <a:endParaRPr lang="en-US" sz="1200" b="0" u="none" strike="noStrike">
              <a:solidFill>
                <a:schemeClr val="dk1">
                  <a:lumMod val="75000"/>
                  <a:lumOff val="25000"/>
                </a:schemeClr>
              </a:solidFill>
              <a:effectLst/>
              <a:uFillTx/>
              <a:latin typeface="Trebuchet MS"/>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chemeClr val="dk1">
                  <a:lumMod val="75000"/>
                  <a:lumOff val="25000"/>
                </a:schemeClr>
              </a:solidFill>
              <a:effectLst/>
              <a:uFillTx/>
              <a:latin typeface="Trebuchet MS"/>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chemeClr val="dk1">
                  <a:lumMod val="75000"/>
                  <a:lumOff val="25000"/>
                </a:schemeClr>
              </a:solidFill>
              <a:effectLst/>
              <a:uFillTx/>
              <a:latin typeface="Trebuchet M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0.xml"/>
</Relationships>
</file>

<file path=ppt/slides/_rels/slide2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0.xml"/>
</Relationships>
</file>

<file path=ppt/slides/_rels/slide2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0.xml"/>
</Relationships>
</file>

<file path=ppt/slides/_rels/slide2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0.xml"/>
</Relationships>
</file>

<file path=ppt/slides/_rels/slide2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0.xml"/>
</Relationships>
</file>

<file path=ppt/slides/_rels/slide2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0.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0.xml"/>
</Relationships>
</file>

<file path=ppt/slides/_rels/slide3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0.xml"/>
</Relationships>
</file>

<file path=ppt/slides/_rels/slide3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0.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0.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0.xml"/>
</Relationships>
</file>

<file path=ppt/slides/_rels/slide4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0.xml"/>
</Relationships>
</file>

<file path=ppt/slides/_rels/slide4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0.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4.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0.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1506960" y="2404440"/>
            <a:ext cx="7766640" cy="1645920"/>
          </a:xfrm>
          <a:prstGeom prst="rect">
            <a:avLst/>
          </a:prstGeom>
          <a:noFill/>
          <a:ln w="0">
            <a:noFill/>
          </a:ln>
        </p:spPr>
        <p:txBody>
          <a:bodyPr lIns="91440" tIns="45720" rIns="91440" bIns="45720" anchor="b">
            <a:noAutofit/>
          </a:bodyPr>
          <a:p>
            <a:pPr indent="0" algn="r" defTabSz="457200">
              <a:lnSpc>
                <a:spcPct val="100000"/>
              </a:lnSpc>
              <a:buNone/>
            </a:pPr>
            <a:r>
              <a:rPr lang="ru-RU" sz="5400" b="0" u="none" strike="noStrike">
                <a:solidFill>
                  <a:schemeClr val="accent1"/>
                </a:solidFill>
                <a:effectLst/>
                <a:uFillTx/>
                <a:latin typeface="Trebuchet MS"/>
              </a:rPr>
              <a:t>Управл</a:t>
            </a:r>
            <a:r>
              <a:rPr lang="uk-UA" sz="5400" b="0" u="none" strike="noStrike">
                <a:solidFill>
                  <a:schemeClr val="accent1"/>
                </a:solidFill>
                <a:effectLst/>
                <a:uFillTx/>
                <a:latin typeface="Trebuchet MS"/>
              </a:rPr>
              <a:t>іння ризиками в ІТ проєктах</a:t>
            </a:r>
            <a:endParaRPr lang="en-US" sz="5400" b="0" u="none" strike="noStrike">
              <a:solidFill>
                <a:schemeClr val="accent1"/>
              </a:solidFill>
              <a:effectLst/>
              <a:uFillTx/>
              <a:latin typeface="Trebuchet MS"/>
            </a:endParaRPr>
          </a:p>
        </p:txBody>
      </p:sp>
      <p:sp>
        <p:nvSpPr>
          <p:cNvPr id="290" name="PlaceHolder 2"/>
          <p:cNvSpPr>
            <a:spLocks noGrp="1"/>
          </p:cNvSpPr>
          <p:nvPr>
            <p:ph type="subTitle"/>
          </p:nvPr>
        </p:nvSpPr>
        <p:spPr>
          <a:xfrm>
            <a:off x="1506960" y="4050720"/>
            <a:ext cx="7766640" cy="1096560"/>
          </a:xfrm>
          <a:prstGeom prst="rect">
            <a:avLst/>
          </a:prstGeom>
          <a:noFill/>
          <a:ln w="0">
            <a:noFill/>
          </a:ln>
        </p:spPr>
        <p:txBody>
          <a:bodyPr lIns="91440" tIns="45720" rIns="91440" bIns="45720" anchor="t">
            <a:noAutofit/>
          </a:bodyPr>
          <a:p>
            <a:pPr indent="0" algn="r" defTabSz="457200">
              <a:spcBef>
                <a:spcPts val="1001"/>
              </a:spcBef>
              <a:buNone/>
              <a:tabLst>
                <a:tab pos="0" algn="l"/>
              </a:tabLst>
            </a:pPr>
            <a:endParaRPr lang="en-US" sz="1800" b="0" u="none" strike="noStrike">
              <a:solidFill>
                <a:schemeClr val="dk1">
                  <a:lumMod val="50000"/>
                  <a:lumOff val="50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1" name="Місце для вмісту 4"/>
          <p:cNvPicPr/>
          <p:nvPr/>
        </p:nvPicPr>
        <p:blipFill>
          <a:blip r:embed="rId1"/>
          <a:stretch/>
        </p:blipFill>
        <p:spPr>
          <a:xfrm>
            <a:off x="62280" y="3960"/>
            <a:ext cx="11034720" cy="68029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2" name="Місце для вмісту 4"/>
          <p:cNvPicPr/>
          <p:nvPr/>
        </p:nvPicPr>
        <p:blipFill>
          <a:blip r:embed="rId1"/>
          <a:stretch/>
        </p:blipFill>
        <p:spPr>
          <a:xfrm>
            <a:off x="59040" y="0"/>
            <a:ext cx="11115360" cy="68230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p:nvPr>
        </p:nvSpPr>
        <p:spPr>
          <a:xfrm>
            <a:off x="488160" y="115560"/>
            <a:ext cx="10945800" cy="6489360"/>
          </a:xfrm>
          <a:prstGeom prst="rect">
            <a:avLst/>
          </a:prstGeom>
          <a:noFill/>
          <a:ln w="0">
            <a:noFill/>
          </a:ln>
        </p:spPr>
        <p:txBody>
          <a:bodyPr lIns="91440" tIns="45720" rIns="91440" bIns="45720" anchor="t">
            <a:normAutofit/>
          </a:bodyPr>
          <a:p>
            <a:pPr marL="343080" indent="-343080" algn="just" defTabSz="457200">
              <a:lnSpc>
                <a:spcPct val="150000"/>
              </a:lnSpc>
              <a:buClr>
                <a:srgbClr val="90C226"/>
              </a:buClr>
              <a:buSzPct val="80000"/>
              <a:buFont typeface="Wingdings 3" charset="2"/>
              <a:buChar char=""/>
            </a:pPr>
            <a:r>
              <a:rPr lang="ru-RU" sz="2400" b="1" u="none" strike="noStrike">
                <a:solidFill>
                  <a:schemeClr val="dk1">
                    <a:lumMod val="75000"/>
                    <a:lumOff val="25000"/>
                  </a:schemeClr>
                </a:solidFill>
                <a:effectLst/>
                <a:uFillTx/>
                <a:latin typeface="Times New Roman"/>
              </a:rPr>
              <a:t>Причина або джерело</a:t>
            </a:r>
            <a:r>
              <a:rPr lang="ru-RU" sz="2400" b="0" u="none" strike="noStrike">
                <a:solidFill>
                  <a:schemeClr val="dk1">
                    <a:lumMod val="75000"/>
                    <a:lumOff val="25000"/>
                  </a:schemeClr>
                </a:solidFill>
                <a:effectLst/>
                <a:uFillTx/>
                <a:latin typeface="Times New Roman"/>
              </a:rPr>
              <a:t>. Явище, обставина обумовлює настання ризику.</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ru-RU" sz="2400" b="0" u="none" strike="noStrike">
                <a:solidFill>
                  <a:schemeClr val="dk1">
                    <a:lumMod val="75000"/>
                    <a:lumOff val="25000"/>
                  </a:schemeClr>
                </a:solidFill>
                <a:effectLst/>
                <a:uFillTx/>
                <a:latin typeface="Times New Roman"/>
              </a:rPr>
              <a:t> </a:t>
            </a:r>
            <a:r>
              <a:rPr lang="ru-RU" sz="2400" b="1" u="none" strike="noStrike">
                <a:solidFill>
                  <a:schemeClr val="dk1">
                    <a:lumMod val="75000"/>
                    <a:lumOff val="25000"/>
                  </a:schemeClr>
                </a:solidFill>
                <a:effectLst/>
                <a:uFillTx/>
                <a:latin typeface="Times New Roman"/>
              </a:rPr>
              <a:t>Симптоми ризику</a:t>
            </a:r>
            <a:r>
              <a:rPr lang="ru-RU" sz="2400" b="0" u="none" strike="noStrike">
                <a:solidFill>
                  <a:schemeClr val="dk1">
                    <a:lumMod val="75000"/>
                    <a:lumOff val="25000"/>
                  </a:schemeClr>
                </a:solidFill>
                <a:effectLst/>
                <a:uFillTx/>
                <a:latin typeface="Times New Roman"/>
              </a:rPr>
              <a:t>, вказівка на те, що подія ризику сталося або ось-ось відбудеться. Першопричина нам може бути не наблюдаема, наприклад, заразилися грипом. Ми спостерігаємо деякі симптоми - піднялася температура.</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ru-RU" sz="2400" b="0" u="none" strike="noStrike">
                <a:solidFill>
                  <a:schemeClr val="dk1">
                    <a:lumMod val="75000"/>
                    <a:lumOff val="25000"/>
                  </a:schemeClr>
                </a:solidFill>
                <a:effectLst/>
                <a:uFillTx/>
                <a:latin typeface="Times New Roman"/>
              </a:rPr>
              <a:t> </a:t>
            </a:r>
            <a:r>
              <a:rPr lang="ru-RU" sz="2400" b="1" u="none" strike="noStrike">
                <a:solidFill>
                  <a:schemeClr val="dk1">
                    <a:lumMod val="75000"/>
                    <a:lumOff val="25000"/>
                  </a:schemeClr>
                </a:solidFill>
                <a:effectLst/>
                <a:uFillTx/>
                <a:latin typeface="Times New Roman"/>
              </a:rPr>
              <a:t>Наслідки ризику</a:t>
            </a:r>
            <a:r>
              <a:rPr lang="ru-RU" sz="2400" b="0" u="none" strike="noStrike">
                <a:solidFill>
                  <a:schemeClr val="dk1">
                    <a:lumMod val="75000"/>
                    <a:lumOff val="25000"/>
                  </a:schemeClr>
                </a:solidFill>
                <a:effectLst/>
                <a:uFillTx/>
                <a:latin typeface="Times New Roman"/>
              </a:rPr>
              <a:t>. Проблема або можливість, яка може реалізуватися в проекті в результаті події ризику.</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ru-RU" sz="2400" b="0" u="none" strike="noStrike">
                <a:solidFill>
                  <a:schemeClr val="dk1">
                    <a:lumMod val="75000"/>
                    <a:lumOff val="25000"/>
                  </a:schemeClr>
                </a:solidFill>
                <a:effectLst/>
                <a:uFillTx/>
                <a:latin typeface="Times New Roman"/>
              </a:rPr>
              <a:t> </a:t>
            </a:r>
            <a:r>
              <a:rPr lang="ru-RU" sz="2400" b="1" u="none" strike="noStrike">
                <a:solidFill>
                  <a:schemeClr val="dk1">
                    <a:lumMod val="75000"/>
                    <a:lumOff val="25000"/>
                  </a:schemeClr>
                </a:solidFill>
                <a:effectLst/>
                <a:uFillTx/>
                <a:latin typeface="Times New Roman"/>
              </a:rPr>
              <a:t>Вплив ризику</a:t>
            </a:r>
            <a:r>
              <a:rPr lang="ru-RU" sz="2400" b="0" u="none" strike="noStrike">
                <a:solidFill>
                  <a:schemeClr val="dk1">
                    <a:lumMod val="75000"/>
                    <a:lumOff val="25000"/>
                  </a:schemeClr>
                </a:solidFill>
                <a:effectLst/>
                <a:uFillTx/>
                <a:latin typeface="Times New Roman"/>
              </a:rPr>
              <a:t>. Вплив реализовавшегося ризику на можливість досягнення цілей проекту. Вплив зазвичай стосується вартості, графіка і технічних характеристик розроблюваного продукту. Багато ризики відбуваються частково і надають відповідне негативне або позитивне вплив на проект.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4" name="Місце для вмісту 4"/>
          <p:cNvPicPr/>
          <p:nvPr/>
        </p:nvPicPr>
        <p:blipFill>
          <a:blip r:embed="rId1"/>
          <a:stretch/>
        </p:blipFill>
        <p:spPr>
          <a:xfrm>
            <a:off x="0" y="0"/>
            <a:ext cx="11088000" cy="6804000"/>
          </a:xfrm>
          <a:prstGeom prst="rect">
            <a:avLst/>
          </a:prstGeom>
          <a:noFill/>
          <a:ln w="0">
            <a:noFill/>
          </a:ln>
        </p:spPr>
      </p:pic>
      <p:sp>
        <p:nvSpPr>
          <p:cNvPr id="295" name="TextBox 6"/>
          <p:cNvSpPr/>
          <p:nvPr/>
        </p:nvSpPr>
        <p:spPr>
          <a:xfrm>
            <a:off x="4798440" y="3062880"/>
            <a:ext cx="7221600" cy="2307960"/>
          </a:xfrm>
          <a:prstGeom prst="rect">
            <a:avLst/>
          </a:prstGeom>
          <a:noFill/>
          <a:ln w="0">
            <a:noFill/>
          </a:ln>
        </p:spPr>
        <p:style>
          <a:lnRef idx="0"/>
          <a:fillRef idx="0"/>
          <a:effectRef idx="0"/>
          <a:fontRef idx="minor"/>
        </p:style>
        <p:txBody>
          <a:bodyPr lIns="90000" tIns="45000" rIns="90000" bIns="45000" anchor="t">
            <a:spAutoFit/>
          </a:bodyPr>
          <a:p>
            <a:pPr algn="just" defTabSz="457200">
              <a:lnSpc>
                <a:spcPct val="100000"/>
              </a:lnSpc>
            </a:pPr>
            <a:r>
              <a:rPr lang="uk-UA" sz="2400" b="0" u="none" strike="noStrike">
                <a:solidFill>
                  <a:schemeClr val="dk1"/>
                </a:solidFill>
                <a:effectLst/>
                <a:uFillTx/>
                <a:latin typeface="Times New Roman"/>
              </a:rPr>
              <a:t>Наприклад, завжди є ймовірність того, що метеорит впаде на офіс центру програмних розробок, і це матиме катастрофічні наслідки для проекту. Проте ймовірність настання цієї події настільки мала, що ми в більшості проектів приймаємо це ризик і не намагаємося їм управляти.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6" name="Місце для вмісту 4"/>
          <p:cNvPicPr/>
          <p:nvPr/>
        </p:nvPicPr>
        <p:blipFill>
          <a:blip r:embed="rId1"/>
          <a:stretch/>
        </p:blipFill>
        <p:spPr>
          <a:xfrm>
            <a:off x="0" y="-12240"/>
            <a:ext cx="11185920" cy="68342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7" name="Місце для вмісту 4"/>
          <p:cNvPicPr/>
          <p:nvPr/>
        </p:nvPicPr>
        <p:blipFill>
          <a:blip r:embed="rId1"/>
          <a:stretch/>
        </p:blipFill>
        <p:spPr>
          <a:xfrm>
            <a:off x="0" y="-7560"/>
            <a:ext cx="10919160" cy="68652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p:nvPr>
        </p:nvSpPr>
        <p:spPr>
          <a:xfrm>
            <a:off x="470520" y="79920"/>
            <a:ext cx="10785960" cy="6666840"/>
          </a:xfrm>
          <a:prstGeom prst="rect">
            <a:avLst/>
          </a:prstGeom>
          <a:noFill/>
          <a:ln w="0">
            <a:noFill/>
          </a:ln>
        </p:spPr>
        <p:txBody>
          <a:bodyPr lIns="91440" tIns="45720" rIns="91440" bIns="45720" anchor="t">
            <a:normAutofit lnSpcReduction="9999"/>
          </a:bodyPr>
          <a:p>
            <a:pPr marL="343080" indent="-343080" algn="just" defTabSz="457200">
              <a:lnSpc>
                <a:spcPct val="150000"/>
              </a:lnSpc>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Як і будь-яка інша робота в проекті управління ризиками вимагає часу і витрат ресурсів. Тому ця робота обов'язково  повинна плануватися. Планування управління ризиками — це процес визначення підходів і планування операцій з управління ризиками проекту. Ретельне і детальне планування управління ризиками дозволяє: </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 виділити достатню кількість часу і ресурсів для виконання операцій з управління ризиками, </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 визначити загальні підстави для оцінки ризиків,</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 підвищити ймовірність успішного досягнення результатів проекту. Планування управління ризиками має бути завершено на ранній стадії планування проекту, оскільки воно украй важливо для успішного виконання інших процесів.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9" name="Місце для вмісту 4"/>
          <p:cNvPicPr/>
          <p:nvPr/>
        </p:nvPicPr>
        <p:blipFill>
          <a:blip r:embed="rId1"/>
          <a:stretch/>
        </p:blipFill>
        <p:spPr>
          <a:xfrm>
            <a:off x="0" y="-30960"/>
            <a:ext cx="11194560" cy="69321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p:nvPr>
        </p:nvSpPr>
        <p:spPr>
          <a:xfrm>
            <a:off x="293040" y="266400"/>
            <a:ext cx="11088000" cy="6453720"/>
          </a:xfrm>
          <a:prstGeom prst="rect">
            <a:avLst/>
          </a:prstGeom>
          <a:noFill/>
          <a:ln w="0">
            <a:noFill/>
          </a:ln>
        </p:spPr>
        <p:txBody>
          <a:bodyPr lIns="91440" tIns="45720" rIns="91440" bIns="45720" anchor="t">
            <a:noAutofit/>
          </a:bodyPr>
          <a:p>
            <a:pPr marL="343080" indent="-343080" algn="just" defTabSz="457200">
              <a:lnSpc>
                <a:spcPct val="150000"/>
              </a:lnSpc>
              <a:buClr>
                <a:srgbClr val="90C226"/>
              </a:buClr>
              <a:buSzPct val="80000"/>
              <a:buFont typeface="Wingdings 3" charset="2"/>
              <a:buChar char=""/>
            </a:pPr>
            <a:r>
              <a:rPr lang="ru-RU" sz="2400" b="1" u="none" strike="noStrike">
                <a:solidFill>
                  <a:schemeClr val="dk1">
                    <a:lumMod val="75000"/>
                    <a:lumOff val="25000"/>
                  </a:schemeClr>
                </a:solidFill>
                <a:effectLst/>
                <a:uFillTx/>
                <a:latin typeface="Times New Roman"/>
              </a:rPr>
              <a:t>Ставлення до ризику </a:t>
            </a:r>
            <a:r>
              <a:rPr lang="ru-RU" sz="2400" b="0" u="none" strike="noStrike">
                <a:solidFill>
                  <a:schemeClr val="dk1">
                    <a:lumMod val="75000"/>
                    <a:lumOff val="25000"/>
                  </a:schemeClr>
                </a:solidFill>
                <a:effectLst/>
                <a:uFillTx/>
                <a:latin typeface="Times New Roman"/>
              </a:rPr>
              <a:t>та толерантність до ризику організацій та осіб, які беруть участь у проекті, впливає на план управління проектом. Воно повинно бути зафіксовано у викладі основних принципів і підходів до управління ризиками.</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ru-RU" sz="2400" b="0" u="none" strike="noStrike">
                <a:solidFill>
                  <a:schemeClr val="dk1">
                    <a:lumMod val="75000"/>
                    <a:lumOff val="25000"/>
                  </a:schemeClr>
                </a:solidFill>
                <a:effectLst/>
                <a:uFillTx/>
                <a:latin typeface="Times New Roman"/>
              </a:rPr>
              <a:t> </a:t>
            </a:r>
            <a:r>
              <a:rPr lang="ru-RU" sz="2400" b="1" u="none" strike="noStrike">
                <a:solidFill>
                  <a:schemeClr val="dk1">
                    <a:lumMod val="75000"/>
                    <a:lumOff val="25000"/>
                  </a:schemeClr>
                </a:solidFill>
                <a:effectLst/>
                <a:uFillTx/>
                <a:latin typeface="Times New Roman"/>
              </a:rPr>
              <a:t>Стандарти організації</a:t>
            </a:r>
            <a:r>
              <a:rPr lang="ru-RU" sz="2400" b="0" u="none" strike="noStrike">
                <a:solidFill>
                  <a:schemeClr val="dk1">
                    <a:lumMod val="75000"/>
                    <a:lumOff val="25000"/>
                  </a:schemeClr>
                </a:solidFill>
                <a:effectLst/>
                <a:uFillTx/>
                <a:latin typeface="Times New Roman"/>
              </a:rPr>
              <a:t>. Організації можуть мати заздалегідь розроблені підходи до управління ризиками, наприклад категорії ризиків, загальні визначення понять і термінів, стандартні шаблони, схеми розподілу ролей і відповідальності, а також визначені рівні повноважень для прийняття рішень.</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ru-RU" sz="2400" b="1" u="none" strike="noStrike">
                <a:solidFill>
                  <a:schemeClr val="dk1">
                    <a:lumMod val="75000"/>
                    <a:lumOff val="25000"/>
                  </a:schemeClr>
                </a:solidFill>
                <a:effectLst/>
                <a:uFillTx/>
                <a:latin typeface="Times New Roman"/>
              </a:rPr>
              <a:t>  Опис змісту </a:t>
            </a:r>
            <a:r>
              <a:rPr lang="ru-RU" sz="2400" b="0" u="none" strike="noStrike">
                <a:solidFill>
                  <a:schemeClr val="dk1">
                    <a:lumMod val="75000"/>
                    <a:lumOff val="25000"/>
                  </a:schemeClr>
                </a:solidFill>
                <a:effectLst/>
                <a:uFillTx/>
                <a:latin typeface="Times New Roman"/>
              </a:rPr>
              <a:t>проекту докладно описує результати постачання проекту і роботи, необхідні для створення цих результатів поставки. </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ru-RU" sz="2400" b="1" u="none" strike="noStrike">
                <a:solidFill>
                  <a:schemeClr val="dk1">
                    <a:lumMod val="75000"/>
                    <a:lumOff val="25000"/>
                  </a:schemeClr>
                </a:solidFill>
                <a:effectLst/>
                <a:uFillTx/>
                <a:latin typeface="Times New Roman"/>
              </a:rPr>
              <a:t>План управління </a:t>
            </a:r>
            <a:r>
              <a:rPr lang="ru-RU" sz="2400" b="0" u="none" strike="noStrike">
                <a:solidFill>
                  <a:schemeClr val="dk1">
                    <a:lumMod val="75000"/>
                    <a:lumOff val="25000"/>
                  </a:schemeClr>
                </a:solidFill>
                <a:effectLst/>
                <a:uFillTx/>
                <a:latin typeface="Times New Roman"/>
              </a:rPr>
              <a:t>проектом, формальний документ, в якому зазначено, як буде виконуватися проект і як відбуватиметься моніторинг і управління проектом.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1" name="Місце для вмісту 4"/>
          <p:cNvPicPr/>
          <p:nvPr/>
        </p:nvPicPr>
        <p:blipFill>
          <a:blip r:embed="rId1"/>
          <a:stretch/>
        </p:blipFill>
        <p:spPr>
          <a:xfrm>
            <a:off x="70920" y="79920"/>
            <a:ext cx="11148120" cy="67777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2" name="Місце для вмісту 4"/>
          <p:cNvPicPr/>
          <p:nvPr/>
        </p:nvPicPr>
        <p:blipFill>
          <a:blip r:embed="rId1"/>
          <a:stretch/>
        </p:blipFill>
        <p:spPr>
          <a:xfrm>
            <a:off x="-3240" y="-24840"/>
            <a:ext cx="12139560" cy="68824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p:nvPr>
        </p:nvSpPr>
        <p:spPr>
          <a:xfrm>
            <a:off x="337320" y="310680"/>
            <a:ext cx="8936280" cy="5730120"/>
          </a:xfrm>
          <a:prstGeom prst="rect">
            <a:avLst/>
          </a:prstGeom>
          <a:noFill/>
          <a:ln w="0">
            <a:noFill/>
          </a:ln>
        </p:spPr>
        <p:txBody>
          <a:bodyPr lIns="91440" tIns="45720" rIns="91440" bIns="45720" anchor="t">
            <a:normAutofit/>
          </a:bodyPr>
          <a:p>
            <a:pPr marL="343080" indent="-343080" algn="just" defTabSz="457200">
              <a:lnSpc>
                <a:spcPct val="10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Шкала оцінки впливу відображає значимість ризику у разі його виникнення. Шкала оцінки впливу може відрізнятися в залежності від потенційно порушеної ризиком мети, типу і розміру проекту, прийнятими в організації стратегіями і його фінансовим станом, а також від чутливості організації до конкретного виду впливів. </a:t>
            </a:r>
            <a:endParaRPr lang="en-US" sz="2400" b="0" u="none" strike="noStrike">
              <a:solidFill>
                <a:schemeClr val="dk1">
                  <a:lumMod val="75000"/>
                  <a:lumOff val="25000"/>
                </a:schemeClr>
              </a:solidFill>
              <a:effectLst/>
              <a:uFillTx/>
              <a:latin typeface="Trebuchet MS"/>
            </a:endParaRPr>
          </a:p>
          <a:p>
            <a:pPr indent="0" algn="just" defTabSz="457200">
              <a:lnSpc>
                <a:spcPct val="100000"/>
              </a:lnSpc>
              <a:spcBef>
                <a:spcPts val="1001"/>
              </a:spcBef>
              <a:buNone/>
            </a:pPr>
            <a:endParaRPr lang="en-US" sz="2400" b="0" u="none" strike="noStrike">
              <a:solidFill>
                <a:schemeClr val="dk1">
                  <a:lumMod val="75000"/>
                  <a:lumOff val="25000"/>
                </a:schemeClr>
              </a:solidFill>
              <a:effectLst/>
              <a:uFillTx/>
              <a:latin typeface="Trebuchet MS"/>
            </a:endParaRPr>
          </a:p>
        </p:txBody>
      </p:sp>
      <p:pic>
        <p:nvPicPr>
          <p:cNvPr id="304" name="Рисунок 4"/>
          <p:cNvPicPr/>
          <p:nvPr/>
        </p:nvPicPr>
        <p:blipFill>
          <a:blip r:embed="rId1"/>
          <a:stretch/>
        </p:blipFill>
        <p:spPr>
          <a:xfrm>
            <a:off x="2076120" y="2841480"/>
            <a:ext cx="5962320" cy="2009520"/>
          </a:xfrm>
          <a:prstGeom prst="rect">
            <a:avLst/>
          </a:prstGeom>
          <a:noFill/>
          <a:ln w="0">
            <a:noFill/>
          </a:ln>
        </p:spPr>
      </p:pic>
      <p:sp>
        <p:nvSpPr>
          <p:cNvPr id="305" name="TextBox 6"/>
          <p:cNvSpPr/>
          <p:nvPr/>
        </p:nvSpPr>
        <p:spPr>
          <a:xfrm>
            <a:off x="2472480" y="5077080"/>
            <a:ext cx="6098760" cy="369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ru-RU" sz="1800" b="0" u="none" strike="noStrike">
                <a:solidFill>
                  <a:schemeClr val="dk1"/>
                </a:solidFill>
                <a:effectLst/>
                <a:uFillTx/>
                <a:latin typeface="Trebuchet MS"/>
              </a:rPr>
              <a:t>Приклад шкали оцінки впливу ризиків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p:nvPr>
        </p:nvSpPr>
        <p:spPr>
          <a:xfrm>
            <a:off x="523800" y="337320"/>
            <a:ext cx="8749800" cy="5703480"/>
          </a:xfrm>
          <a:prstGeom prst="rect">
            <a:avLst/>
          </a:prstGeom>
          <a:noFill/>
          <a:ln w="0">
            <a:noFill/>
          </a:ln>
        </p:spPr>
        <p:txBody>
          <a:bodyPr lIns="91440" tIns="45720" rIns="91440" bIns="45720" anchor="t">
            <a:normAutofit/>
          </a:bodyPr>
          <a:p>
            <a:pPr marL="343080" indent="-343080" algn="just" defTabSz="457200">
              <a:lnSpc>
                <a:spcPct val="100000"/>
              </a:lnSpc>
              <a:spcBef>
                <a:spcPts val="1001"/>
              </a:spcBef>
              <a:buClr>
                <a:srgbClr val="90C226"/>
              </a:buClr>
              <a:buSzPct val="80000"/>
              <a:buFont typeface="Wingdings 3" charset="2"/>
              <a:buChar char=""/>
            </a:pPr>
            <a:r>
              <a:rPr lang="ru-RU" sz="2400" b="0" u="none" strike="noStrike">
                <a:solidFill>
                  <a:schemeClr val="dk1">
                    <a:lumMod val="75000"/>
                    <a:lumOff val="25000"/>
                  </a:schemeClr>
                </a:solidFill>
                <a:effectLst/>
                <a:uFillTx/>
                <a:latin typeface="Times New Roman"/>
              </a:rPr>
              <a:t>Хоча ризик може впливати і на терміни проекту, і на якість одержуваного продукту, але всі ці відхилення можуть бути оцінені в грошовому еквіваленті. Наприклад, наслідки затримка за термінами для розробки на замовлення може бути виражена у сумі грошових санкцій, визначених у контракті. Схожа шкала може бути застосована для оцінки ймовірності настання ризику</a:t>
            </a:r>
            <a:endParaRPr lang="en-US" sz="2400" b="0" u="none" strike="noStrike">
              <a:solidFill>
                <a:schemeClr val="dk1">
                  <a:lumMod val="75000"/>
                  <a:lumOff val="25000"/>
                </a:schemeClr>
              </a:solidFill>
              <a:effectLst/>
              <a:uFillTx/>
              <a:latin typeface="Trebuchet MS"/>
            </a:endParaRPr>
          </a:p>
          <a:p>
            <a:pPr indent="0" algn="just" defTabSz="457200">
              <a:lnSpc>
                <a:spcPct val="100000"/>
              </a:lnSpc>
              <a:spcBef>
                <a:spcPts val="1001"/>
              </a:spcBef>
              <a:buNone/>
            </a:pPr>
            <a:endParaRPr lang="en-US" sz="2400" b="0" u="none" strike="noStrike">
              <a:solidFill>
                <a:schemeClr val="dk1">
                  <a:lumMod val="75000"/>
                  <a:lumOff val="25000"/>
                </a:schemeClr>
              </a:solidFill>
              <a:effectLst/>
              <a:uFillTx/>
              <a:latin typeface="Trebuchet MS"/>
            </a:endParaRPr>
          </a:p>
        </p:txBody>
      </p:sp>
      <p:pic>
        <p:nvPicPr>
          <p:cNvPr id="307" name="Рисунок 4"/>
          <p:cNvPicPr/>
          <p:nvPr/>
        </p:nvPicPr>
        <p:blipFill>
          <a:blip r:embed="rId1"/>
          <a:stretch/>
        </p:blipFill>
        <p:spPr>
          <a:xfrm>
            <a:off x="1460880" y="3189240"/>
            <a:ext cx="7210080" cy="1714320"/>
          </a:xfrm>
          <a:prstGeom prst="rect">
            <a:avLst/>
          </a:prstGeom>
          <a:noFill/>
          <a:ln w="0">
            <a:noFill/>
          </a:ln>
        </p:spPr>
      </p:pic>
      <p:sp>
        <p:nvSpPr>
          <p:cNvPr id="308" name="TextBox 6"/>
          <p:cNvSpPr/>
          <p:nvPr/>
        </p:nvSpPr>
        <p:spPr>
          <a:xfrm>
            <a:off x="2277000" y="5172840"/>
            <a:ext cx="6098760" cy="369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uk-UA" sz="1800" b="0" u="none" strike="noStrike">
                <a:solidFill>
                  <a:schemeClr val="dk1"/>
                </a:solidFill>
                <a:effectLst/>
                <a:uFillTx/>
                <a:latin typeface="Trebuchet MS"/>
              </a:rPr>
              <a:t>Приклад шкали оцінки ймовірності здійснення ризику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p:nvPr>
        </p:nvSpPr>
        <p:spPr>
          <a:xfrm>
            <a:off x="428760" y="580320"/>
            <a:ext cx="9513720" cy="4950000"/>
          </a:xfrm>
          <a:prstGeom prst="rect">
            <a:avLst/>
          </a:prstGeom>
          <a:noFill/>
          <a:ln w="0">
            <a:noFill/>
          </a:ln>
        </p:spPr>
        <p:txBody>
          <a:bodyPr lIns="91440" tIns="45720" rIns="91440" bIns="45720" anchor="t">
            <a:normAutofit/>
          </a:bodyPr>
          <a:p>
            <a:pPr marL="343080" indent="-343080" algn="just" defTabSz="457200">
              <a:lnSpc>
                <a:spcPct val="15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Ще однією важливою характеристикою ризику є близькість його настання. Природно, що при інших рівних умовах ризиків, які можуть відбутися вже завтра, сьогодні слід приділяти більше уваги, ніж тим, які можуть відбутися не раніше, ніж через півроку. Для шкали оцінки близькості ризику може бути застосована, наприклад, наступна градація: дуже скоро, </a:t>
            </a:r>
            <a:r>
              <a:rPr lang="en-US" sz="2400" b="0" u="none" strike="noStrike">
                <a:solidFill>
                  <a:schemeClr val="dk1">
                    <a:lumMod val="75000"/>
                    <a:lumOff val="25000"/>
                  </a:schemeClr>
                </a:solidFill>
                <a:effectLst/>
                <a:uFillTx/>
                <a:latin typeface="Times New Roman"/>
              </a:rPr>
              <a:t>c</a:t>
            </a:r>
            <a:r>
              <a:rPr lang="uk-UA" sz="2400" b="0" u="none" strike="noStrike">
                <a:solidFill>
                  <a:schemeClr val="dk1">
                    <a:lumMod val="75000"/>
                    <a:lumOff val="25000"/>
                  </a:schemeClr>
                </a:solidFill>
                <a:effectLst/>
                <a:uFillTx/>
                <a:latin typeface="Times New Roman"/>
              </a:rPr>
              <a:t>коро, не дуже скоро</a:t>
            </a:r>
            <a:endParaRPr lang="en-US" sz="2400" b="0" u="none" strike="noStrike">
              <a:solidFill>
                <a:schemeClr val="dk1">
                  <a:lumMod val="75000"/>
                  <a:lumOff val="25000"/>
                </a:schemeClr>
              </a:solidFill>
              <a:effectLst/>
              <a:uFillTx/>
              <a:latin typeface="Trebuchet MS"/>
            </a:endParaRPr>
          </a:p>
          <a:p>
            <a:pPr indent="0" algn="ctr" defTabSz="457200">
              <a:lnSpc>
                <a:spcPct val="150000"/>
              </a:lnSpc>
              <a:spcBef>
                <a:spcPts val="1001"/>
              </a:spcBef>
              <a:buNone/>
              <a:tabLst>
                <a:tab pos="0" algn="l"/>
              </a:tabLst>
            </a:pP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0" name="Місце для вмісту 4"/>
          <p:cNvPicPr/>
          <p:nvPr/>
        </p:nvPicPr>
        <p:blipFill>
          <a:blip r:embed="rId1"/>
          <a:stretch/>
        </p:blipFill>
        <p:spPr>
          <a:xfrm>
            <a:off x="0" y="4680"/>
            <a:ext cx="11265480" cy="685296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p:nvPr>
        </p:nvSpPr>
        <p:spPr>
          <a:xfrm>
            <a:off x="408240" y="310680"/>
            <a:ext cx="9685080" cy="6546960"/>
          </a:xfrm>
          <a:prstGeom prst="rect">
            <a:avLst/>
          </a:prstGeom>
          <a:noFill/>
          <a:ln w="0">
            <a:noFill/>
          </a:ln>
        </p:spPr>
        <p:txBody>
          <a:bodyPr lIns="91440" tIns="45720" rIns="91440" bIns="45720" anchor="t">
            <a:normAutofit/>
          </a:bodyPr>
          <a:p>
            <a:pPr marL="343080" indent="-343080" algn="just" defTabSz="457200">
              <a:lnSpc>
                <a:spcPct val="15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Вихідні дані для виявлення і опису характеристик ризиків можуть братися з різних джерел. В першу чергу це база знань організації. Інформація про виконання попередніх проектів може бути доступна в архівах попередніх проектів. Слід пам'ятати, що проблеми завершених і виконуваних проектів, це, як правило, ризики в нових проектах. Іншим джерелом даних про ризики проекту може бути різноманітна інформація з відкритих джерел, наукових праць, маркетингова аналітика та інші дослідницькі роботи в даній області. Нарешті, багато форумів з програмування можуть дати  інформацію про виниклі раніше проблеми у схожих проектах.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2" name="Місце для вмісту 4"/>
          <p:cNvPicPr/>
          <p:nvPr/>
        </p:nvPicPr>
        <p:blipFill>
          <a:blip r:embed="rId1"/>
          <a:stretch/>
        </p:blipFill>
        <p:spPr>
          <a:xfrm>
            <a:off x="70920" y="6480"/>
            <a:ext cx="11079000" cy="688788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p:nvPr>
        </p:nvSpPr>
        <p:spPr>
          <a:xfrm>
            <a:off x="346320" y="266400"/>
            <a:ext cx="9285840" cy="6364800"/>
          </a:xfrm>
          <a:prstGeom prst="rect">
            <a:avLst/>
          </a:prstGeom>
          <a:noFill/>
          <a:ln w="0">
            <a:noFill/>
          </a:ln>
        </p:spPr>
        <p:txBody>
          <a:bodyPr lIns="91440" tIns="45720" rIns="91440" bIns="45720" anchor="t">
            <a:normAutofit/>
          </a:bodyPr>
          <a:p>
            <a:pPr marL="343080" indent="-343080" algn="just" defTabSz="457200">
              <a:lnSpc>
                <a:spcPct val="150000"/>
              </a:lnSpc>
              <a:buClr>
                <a:srgbClr val="90C226"/>
              </a:buClr>
              <a:buSzPct val="80000"/>
              <a:buFont typeface="Wingdings 3" charset="2"/>
              <a:buChar char=""/>
            </a:pPr>
            <a:r>
              <a:rPr lang="uk-UA" sz="2400" b="1" u="none" strike="noStrike">
                <a:solidFill>
                  <a:schemeClr val="dk1">
                    <a:lumMod val="75000"/>
                    <a:lumOff val="25000"/>
                  </a:schemeClr>
                </a:solidFill>
                <a:effectLst/>
                <a:uFillTx/>
                <a:latin typeface="Times New Roman"/>
              </a:rPr>
              <a:t>Мета опитування експертів </a:t>
            </a:r>
            <a:r>
              <a:rPr lang="uk-UA" sz="2400" b="0" u="none" strike="noStrike">
                <a:solidFill>
                  <a:schemeClr val="dk1">
                    <a:lumMod val="75000"/>
                    <a:lumOff val="25000"/>
                  </a:schemeClr>
                </a:solidFill>
                <a:effectLst/>
                <a:uFillTx/>
                <a:latin typeface="Times New Roman"/>
              </a:rPr>
              <a:t>- ідентифікувати і оцінити ризики шляхом інтерв'ю відповідних кваліфікованих фахівців. Спеціалісти висловлюють свою думку про ризики і дають їм оцінку, виходячи зі своїх знань, досвіду та наявної інформації. Цей метод може допомогти уникнути повторного наступу на одні і ті ж граблі. Перед опитуванням експерт повинен отримати всю необхідну базову інформацію. Діяльність експертів необхідно направляти, задаючи питання. Під час опитування уся інформація, яка видається експертом, повинна записуватися і зберігатися. При роботі з декількома експертами вихідна інформація узагальнюється і доводиться до відома всіх задіяних експертів.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p:nvPr>
        </p:nvSpPr>
        <p:spPr>
          <a:xfrm>
            <a:off x="337320" y="417240"/>
            <a:ext cx="9312480" cy="6009840"/>
          </a:xfrm>
          <a:prstGeom prst="rect">
            <a:avLst/>
          </a:prstGeom>
          <a:noFill/>
          <a:ln w="0">
            <a:noFill/>
          </a:ln>
        </p:spPr>
        <p:txBody>
          <a:bodyPr lIns="91440" tIns="45720" rIns="91440" bIns="45720" anchor="t">
            <a:noAutofit/>
          </a:bodyPr>
          <a:p>
            <a:pPr marL="343080" indent="-343080" algn="just" defTabSz="457200">
              <a:lnSpc>
                <a:spcPct val="15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До участі </a:t>
            </a:r>
            <a:r>
              <a:rPr lang="uk-UA" sz="2400" b="1" u="none" strike="noStrike">
                <a:solidFill>
                  <a:schemeClr val="dk1">
                    <a:lumMod val="75000"/>
                    <a:lumOff val="25000"/>
                  </a:schemeClr>
                </a:solidFill>
                <a:effectLst/>
                <a:uFillTx/>
                <a:latin typeface="Times New Roman"/>
              </a:rPr>
              <a:t>у мозковому штурмі </a:t>
            </a:r>
            <a:r>
              <a:rPr lang="uk-UA" sz="2400" b="0" u="none" strike="noStrike">
                <a:solidFill>
                  <a:schemeClr val="dk1">
                    <a:lumMod val="75000"/>
                    <a:lumOff val="25000"/>
                  </a:schemeClr>
                </a:solidFill>
                <a:effectLst/>
                <a:uFillTx/>
                <a:latin typeface="Times New Roman"/>
              </a:rPr>
              <a:t>залучаються кваліфіковані фахівці, яким дають домашнє завдання - підготувати свої судження щодо певної категорії ризиків. Потім проводиться загальні збори, на якому фахівці по черзі висловлюють свої думки про ризики. Важливо: суперечки та зауваження не допускаються. Всі ризики записуються, групуються за типами і характеристиками, кожному ризику дається визначення. Мета - скласти первинний перелік можливих ризиків для подальшого відбору і аналізу</a:t>
            </a:r>
            <a:r>
              <a:rPr lang="uk-UA" sz="1800" b="0" u="none" strike="noStrike">
                <a:solidFill>
                  <a:schemeClr val="dk1">
                    <a:lumMod val="75000"/>
                    <a:lumOff val="25000"/>
                  </a:schemeClr>
                </a:solidFill>
                <a:effectLst/>
                <a:uFillTx/>
                <a:latin typeface="Trebuchet MS"/>
              </a:rPr>
              <a:t>. </a:t>
            </a:r>
            <a:endParaRPr lang="en-US" sz="18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p:nvPr>
        </p:nvSpPr>
        <p:spPr>
          <a:xfrm>
            <a:off x="426240" y="479520"/>
            <a:ext cx="9072720" cy="6045480"/>
          </a:xfrm>
          <a:prstGeom prst="rect">
            <a:avLst/>
          </a:prstGeom>
          <a:noFill/>
          <a:ln w="0">
            <a:noFill/>
          </a:ln>
        </p:spPr>
        <p:txBody>
          <a:bodyPr lIns="91440" tIns="45720" rIns="91440" bIns="45720" anchor="t">
            <a:normAutofit/>
          </a:bodyPr>
          <a:p>
            <a:pPr marL="343080" indent="-343080" algn="just" defTabSz="457200">
              <a:lnSpc>
                <a:spcPct val="150000"/>
              </a:lnSpc>
              <a:spcBef>
                <a:spcPts val="1001"/>
              </a:spcBef>
              <a:buClr>
                <a:srgbClr val="90C226"/>
              </a:buClr>
              <a:buSzPct val="80000"/>
              <a:buFont typeface="Wingdings 3" charset="2"/>
              <a:buChar char=""/>
            </a:pPr>
            <a:r>
              <a:rPr lang="uk-UA" sz="2400" b="1" u="none" strike="noStrike">
                <a:solidFill>
                  <a:schemeClr val="dk1">
                    <a:lumMod val="75000"/>
                    <a:lumOff val="25000"/>
                  </a:schemeClr>
                </a:solidFill>
                <a:effectLst/>
                <a:uFillTx/>
                <a:latin typeface="Times New Roman"/>
              </a:rPr>
              <a:t>Метод Дельфі </a:t>
            </a:r>
            <a:r>
              <a:rPr lang="uk-UA" sz="2400" b="0" u="none" strike="noStrike">
                <a:solidFill>
                  <a:schemeClr val="dk1">
                    <a:lumMod val="75000"/>
                    <a:lumOff val="25000"/>
                  </a:schemeClr>
                </a:solidFill>
                <a:effectLst/>
                <a:uFillTx/>
                <a:latin typeface="Times New Roman"/>
              </a:rPr>
              <a:t>багато в чому схожий на метод мозкового штурму. Однак є важливі відмінності. По-перше, при застосуванні цього методу експерти беруть участь в опитуванні анонімно. Тому результат характеризується меншою суб'єктивністю, меншою упередженістю і меншим впливом окремих експертів. По-друге, опитування експертів проводиться в кілька етапів. На кожному етапі модератор розсилає анкети, збирає і обробляє відповіді. Результати опитування розсилаються експертам знову для уточнення їх думок і оцінок. Такий підхід дозволяє досягти якоїсь спільної думки фахівців про ризики.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p:nvPr>
        </p:nvSpPr>
        <p:spPr>
          <a:xfrm>
            <a:off x="115560" y="159840"/>
            <a:ext cx="11700360" cy="6320520"/>
          </a:xfrm>
          <a:prstGeom prst="rect">
            <a:avLst/>
          </a:prstGeom>
          <a:noFill/>
          <a:ln w="0">
            <a:noFill/>
          </a:ln>
        </p:spPr>
        <p:txBody>
          <a:bodyPr lIns="91440" tIns="45720" rIns="91440" bIns="45720" anchor="t">
            <a:noAutofit/>
          </a:bodyPr>
          <a:p>
            <a:pPr marL="343080" indent="-343080" algn="just" defTabSz="457200">
              <a:lnSpc>
                <a:spcPct val="150000"/>
              </a:lnSpc>
              <a:buClr>
                <a:srgbClr val="90C226"/>
              </a:buClr>
              <a:buSzPct val="80000"/>
              <a:buFont typeface="Wingdings 3" charset="2"/>
              <a:buChar char=""/>
            </a:pPr>
            <a:r>
              <a:rPr lang="uk-UA" sz="2200" b="0" u="none" strike="noStrike">
                <a:solidFill>
                  <a:schemeClr val="dk1">
                    <a:lumMod val="75000"/>
                    <a:lumOff val="25000"/>
                  </a:schemeClr>
                </a:solidFill>
                <a:effectLst/>
                <a:uFillTx/>
                <a:latin typeface="Times New Roman"/>
              </a:rPr>
              <a:t>Для швидкого виявлення ризиків можна скористатися ще однією з методик соціометрії є відомою як "Картки Кроуфорда" . Суть цієї методики в наступному. Збирається група експертів 7-10 чоловік. Кожному учаснику міні-дослідження </a:t>
            </a:r>
            <a:r>
              <a:rPr lang="ru-RU" sz="2200" b="0" u="none" strike="noStrike">
                <a:solidFill>
                  <a:schemeClr val="dk1">
                    <a:lumMod val="75000"/>
                    <a:lumOff val="25000"/>
                  </a:schemeClr>
                </a:solidFill>
                <a:effectLst/>
                <a:uFillTx/>
                <a:latin typeface="Times New Roman"/>
              </a:rPr>
              <a:t>роздають</a:t>
            </a:r>
            <a:r>
              <a:rPr lang="uk-UA" sz="2200" b="0" u="none" strike="noStrike">
                <a:solidFill>
                  <a:schemeClr val="dk1">
                    <a:lumMod val="75000"/>
                    <a:lumOff val="25000"/>
                  </a:schemeClr>
                </a:solidFill>
                <a:effectLst/>
                <a:uFillTx/>
                <a:latin typeface="Times New Roman"/>
              </a:rPr>
              <a:t> по десять карток. Ведучий задає питання: "Який ризик є найбільш важливим у цьому проекті?" Всі респонденти повинні записати найбільш, на їхню думку, важливий ризик в даному проекті. При цьому ніякого обміну думками не повинно бути. Ведучий робить невелику паузу, після чого питання повторюється. Учасник не може повторювати відповіді  один і той самий ризик. Після того як питання прозвучить десять разів, у розпорядженні провідного з'являться від 70 до 100 карток із відповідями. Якщо група підібрана добре (в тому розумінні, що в неї входять люди з різними точками зору), ймовірність того, що учасники експерименту вкажуть більшість значущих для проекту ризиків, вельми висока. Залишається скласти список названих ризиків і роздати його учасникам для внесення змін і доповнень. </a:t>
            </a:r>
            <a:endParaRPr lang="en-US" sz="22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7" name="Місце для вмісту 4"/>
          <p:cNvPicPr/>
          <p:nvPr/>
        </p:nvPicPr>
        <p:blipFill>
          <a:blip r:embed="rId1"/>
          <a:stretch/>
        </p:blipFill>
        <p:spPr>
          <a:xfrm>
            <a:off x="0" y="0"/>
            <a:ext cx="1114344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8" name="Місце для вмісту 4"/>
          <p:cNvPicPr/>
          <p:nvPr/>
        </p:nvPicPr>
        <p:blipFill>
          <a:blip r:embed="rId1"/>
          <a:stretch/>
        </p:blipFill>
        <p:spPr>
          <a:xfrm>
            <a:off x="0" y="-360"/>
            <a:ext cx="1135584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9" name="Місце для вмісту 4"/>
          <p:cNvPicPr/>
          <p:nvPr/>
        </p:nvPicPr>
        <p:blipFill>
          <a:blip r:embed="rId1"/>
          <a:stretch/>
        </p:blipFill>
        <p:spPr>
          <a:xfrm>
            <a:off x="0" y="0"/>
            <a:ext cx="11041200" cy="685908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0" name="Місце для вмісту 4"/>
          <p:cNvPicPr/>
          <p:nvPr/>
        </p:nvPicPr>
        <p:blipFill>
          <a:blip r:embed="rId1"/>
          <a:stretch/>
        </p:blipFill>
        <p:spPr>
          <a:xfrm>
            <a:off x="0" y="0"/>
            <a:ext cx="11123280" cy="689652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1" name="Місце для вмісту 4"/>
          <p:cNvPicPr/>
          <p:nvPr/>
        </p:nvPicPr>
        <p:blipFill>
          <a:blip r:embed="rId1"/>
          <a:stretch/>
        </p:blipFill>
        <p:spPr>
          <a:xfrm>
            <a:off x="0" y="0"/>
            <a:ext cx="11633040" cy="689976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2" name="Місце для вмісту 4"/>
          <p:cNvPicPr/>
          <p:nvPr/>
        </p:nvPicPr>
        <p:blipFill>
          <a:blip r:embed="rId1"/>
          <a:stretch/>
        </p:blipFill>
        <p:spPr>
          <a:xfrm>
            <a:off x="0" y="0"/>
            <a:ext cx="11199600" cy="685080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p:nvPr>
        </p:nvSpPr>
        <p:spPr>
          <a:xfrm>
            <a:off x="310680" y="363960"/>
            <a:ext cx="8962920" cy="5676840"/>
          </a:xfrm>
          <a:prstGeom prst="rect">
            <a:avLst/>
          </a:prstGeom>
          <a:noFill/>
          <a:ln w="0">
            <a:noFill/>
          </a:ln>
        </p:spPr>
        <p:txBody>
          <a:bodyPr lIns="91440" tIns="45720" rIns="91440" bIns="45720" anchor="t">
            <a:normAutofit/>
          </a:bodyPr>
          <a:p>
            <a:pPr marL="343080" indent="-343080" algn="just" defTabSz="457200">
              <a:lnSpc>
                <a:spcPct val="15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Аналіз чутливості допомагає визначити, які ризики володіють найбільшим потенційним впливом на проект. У процесі аналізу встановлюється, якою мірою невизначеність кожного елемента проекту відображається на досліджуваній мети проекту, якщо інші невизначені елементи приймають базові значення.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4" name="Місце для вмісту 4"/>
          <p:cNvPicPr/>
          <p:nvPr/>
        </p:nvPicPr>
        <p:blipFill>
          <a:blip r:embed="rId1"/>
          <a:stretch/>
        </p:blipFill>
        <p:spPr>
          <a:xfrm>
            <a:off x="12600" y="0"/>
            <a:ext cx="10846080" cy="687456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5" name="Місце для вмісту 4"/>
          <p:cNvPicPr/>
          <p:nvPr/>
        </p:nvPicPr>
        <p:blipFill>
          <a:blip r:embed="rId1"/>
          <a:stretch/>
        </p:blipFill>
        <p:spPr>
          <a:xfrm>
            <a:off x="-216360" y="-8640"/>
            <a:ext cx="11206440" cy="686628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6" name="Місце для вмісту 4"/>
          <p:cNvPicPr/>
          <p:nvPr/>
        </p:nvPicPr>
        <p:blipFill>
          <a:blip r:embed="rId1"/>
          <a:stretch/>
        </p:blipFill>
        <p:spPr>
          <a:xfrm>
            <a:off x="0" y="-7200"/>
            <a:ext cx="11245320" cy="6864840"/>
          </a:xfrm>
          <a:prstGeom prst="rect">
            <a:avLst/>
          </a:prstGeom>
          <a:noFill/>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p:nvPr>
        </p:nvSpPr>
        <p:spPr>
          <a:xfrm>
            <a:off x="310680" y="426240"/>
            <a:ext cx="9942480" cy="6267240"/>
          </a:xfrm>
          <a:prstGeom prst="rect">
            <a:avLst/>
          </a:prstGeom>
          <a:noFill/>
          <a:ln w="0">
            <a:noFill/>
          </a:ln>
        </p:spPr>
        <p:txBody>
          <a:bodyPr lIns="91440" tIns="45720" rIns="91440" bIns="45720" anchor="t">
            <a:normAutofit/>
          </a:bodyPr>
          <a:p>
            <a:pPr marL="343080" indent="-343080" algn="just" defTabSz="457200">
              <a:lnSpc>
                <a:spcPct val="150000"/>
              </a:lnSpc>
              <a:spcBef>
                <a:spcPts val="1001"/>
              </a:spcBef>
              <a:buClr>
                <a:srgbClr val="90C226"/>
              </a:buClr>
              <a:buSzPct val="80000"/>
              <a:buFont typeface="Wingdings 3" charset="2"/>
              <a:buChar char=""/>
            </a:pPr>
            <a:r>
              <a:rPr lang="uk-UA" sz="2400" b="1" u="none" strike="noStrike">
                <a:solidFill>
                  <a:schemeClr val="dk1">
                    <a:lumMod val="75000"/>
                    <a:lumOff val="25000"/>
                  </a:schemeClr>
                </a:solidFill>
                <a:effectLst/>
                <a:uFillTx/>
                <a:latin typeface="Times New Roman"/>
              </a:rPr>
              <a:t>Ухилення від ризику </a:t>
            </a:r>
            <a:r>
              <a:rPr lang="uk-UA" sz="2400" b="0" u="none" strike="noStrike">
                <a:solidFill>
                  <a:schemeClr val="dk1">
                    <a:lumMod val="75000"/>
                    <a:lumOff val="25000"/>
                  </a:schemeClr>
                </a:solidFill>
                <a:effectLst/>
                <a:uFillTx/>
                <a:latin typeface="Times New Roman"/>
              </a:rPr>
              <a:t>передбачає зміну плану управління проектом таким чином, щоб виключити загрозу, викликану негативним ризиком, захистити цілі проекту від наслідків ризику або послабити цілі, що знаходяться під загрозою (наприклад, зменшити зміст проекту). Деякі ризики, що виникають на ранніх стадіях проекту, можна уникнути за допомогою уточнення вимог, отримання додаткової інформації або проведення експертизи. Наприклад, ухилитися від ризику можна, якщо відмовитися від реалізації ризикованого функціонального вимоги або самостійно розробити необхідний програмний компонент, замість очікування поставок продукту від субпідрядника.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p:nvPr>
        </p:nvSpPr>
        <p:spPr>
          <a:xfrm>
            <a:off x="222120" y="426240"/>
            <a:ext cx="9907200" cy="6284880"/>
          </a:xfrm>
          <a:prstGeom prst="rect">
            <a:avLst/>
          </a:prstGeom>
          <a:noFill/>
          <a:ln w="0">
            <a:noFill/>
          </a:ln>
        </p:spPr>
        <p:txBody>
          <a:bodyPr lIns="91440" tIns="45720" rIns="91440" bIns="45720" anchor="t">
            <a:normAutofit/>
          </a:bodyPr>
          <a:p>
            <a:pPr marL="343080" indent="-343080" algn="just" defTabSz="457200">
              <a:lnSpc>
                <a:spcPct val="150000"/>
              </a:lnSpc>
              <a:spcBef>
                <a:spcPts val="1001"/>
              </a:spcBef>
              <a:buClr>
                <a:srgbClr val="90C226"/>
              </a:buClr>
              <a:buSzPct val="80000"/>
              <a:buFont typeface="Wingdings 3" charset="2"/>
              <a:buChar char=""/>
            </a:pPr>
            <a:r>
              <a:rPr lang="ru-RU" sz="2400" b="1" u="none" strike="noStrike">
                <a:solidFill>
                  <a:schemeClr val="dk1">
                    <a:lumMod val="75000"/>
                    <a:lumOff val="25000"/>
                  </a:schemeClr>
                </a:solidFill>
                <a:effectLst/>
                <a:uFillTx/>
                <a:latin typeface="Times New Roman"/>
              </a:rPr>
              <a:t>Передача ризику </a:t>
            </a:r>
            <a:r>
              <a:rPr lang="ru-RU" sz="2400" b="0" u="none" strike="noStrike">
                <a:solidFill>
                  <a:schemeClr val="dk1">
                    <a:lumMod val="75000"/>
                    <a:lumOff val="25000"/>
                  </a:schemeClr>
                </a:solidFill>
                <a:effectLst/>
                <a:uFillTx/>
                <a:latin typeface="Times New Roman"/>
              </a:rPr>
              <a:t>передбачає перекладення негативних наслідків загрози з відповідальністю за реагування на ризик на третю сторону. Передача ризику просто переносить відповідальність за його управління іншій стороні, але ризик при цьому нікуди не дівається. Передача ризику практично завжди передбачає виплату премії за ризик стороні, що приймає на себе ризик. Наприклад, замовлення на стороні розробки ризикованого компонента за фіксованою ціною. В IT часто доводиться формулювати ризики у вигляді припущень, тим самим передаючи його замовнику. Наприклад, оцінюючи  проект впровадження, ми можемо записати допущення про те, що виробник не змінить вартість ліцензій на базове ПЗ.</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p:nvPr>
        </p:nvSpPr>
        <p:spPr>
          <a:xfrm>
            <a:off x="275040" y="399600"/>
            <a:ext cx="10315440" cy="6267240"/>
          </a:xfrm>
          <a:prstGeom prst="rect">
            <a:avLst/>
          </a:prstGeom>
          <a:noFill/>
          <a:ln w="0">
            <a:noFill/>
          </a:ln>
        </p:spPr>
        <p:txBody>
          <a:bodyPr lIns="91440" tIns="45720" rIns="91440" bIns="45720" anchor="t">
            <a:normAutofit fontScale="92500" lnSpcReduction="9999"/>
          </a:bodyPr>
          <a:p>
            <a:pPr marL="343080" indent="-343080" algn="just" defTabSz="457200">
              <a:lnSpc>
                <a:spcPct val="150000"/>
              </a:lnSpc>
              <a:spcBef>
                <a:spcPts val="1001"/>
              </a:spcBef>
              <a:buClr>
                <a:srgbClr val="90C226"/>
              </a:buClr>
              <a:buSzPct val="80000"/>
              <a:buFont typeface="Wingdings 3" charset="2"/>
              <a:buChar char=""/>
            </a:pPr>
            <a:r>
              <a:rPr lang="uk-UA" sz="2400" b="1" u="none" strike="noStrike">
                <a:solidFill>
                  <a:schemeClr val="dk1">
                    <a:lumMod val="75000"/>
                    <a:lumOff val="25000"/>
                  </a:schemeClr>
                </a:solidFill>
                <a:effectLst/>
                <a:uFillTx/>
                <a:latin typeface="Times New Roman"/>
              </a:rPr>
              <a:t>Зниження ризиків </a:t>
            </a:r>
            <a:r>
              <a:rPr lang="uk-UA" sz="2400" b="0" u="none" strike="noStrike">
                <a:solidFill>
                  <a:schemeClr val="dk1">
                    <a:lumMod val="75000"/>
                    <a:lumOff val="25000"/>
                  </a:schemeClr>
                </a:solidFill>
                <a:effectLst/>
                <a:uFillTx/>
                <a:latin typeface="Times New Roman"/>
              </a:rPr>
              <a:t>передбачає зниження ймовірності і/або наслідків негативної ризикованої події до прийнятних меж. Прийняття попереджувальних заходів щодо зниження ймовірності настання ризику або його наслідків часто виявляються більш ефективними, ніж зусилля по усуненню негативних наслідків, що вживаються після настання події ризику. Наприклад, раннє виявлення архітектурних ризиків знижує втрати при достроковому закритті проекту. Або регулярна ревізія поставок замовником може знизити ймовірність ризику його незадоволеності кінцевим результатом. Якщо у проектній команді висока ймовірність звільнення співробітників, то введення на початковій стадії проект додаткових (надлишкових) людських ресурсів знижує втрати при звільненні членів команди, оскільки не буде витрат на «в'їзд» в проектний контекст нових учасників.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p:nvPr>
        </p:nvSpPr>
        <p:spPr>
          <a:xfrm>
            <a:off x="275040" y="230760"/>
            <a:ext cx="10413000" cy="6507000"/>
          </a:xfrm>
          <a:prstGeom prst="rect">
            <a:avLst/>
          </a:prstGeom>
          <a:noFill/>
          <a:ln w="0">
            <a:noFill/>
          </a:ln>
        </p:spPr>
        <p:txBody>
          <a:bodyPr lIns="91440" tIns="45720" rIns="91440" bIns="45720" anchor="t">
            <a:noAutofit/>
          </a:bodyPr>
          <a:p>
            <a:pPr marL="343080" indent="-343080" algn="just" defTabSz="457200">
              <a:lnSpc>
                <a:spcPct val="150000"/>
              </a:lnSpc>
              <a:spcBef>
                <a:spcPts val="1001"/>
              </a:spcBef>
              <a:buClr>
                <a:srgbClr val="90C226"/>
              </a:buClr>
              <a:buSzPct val="80000"/>
              <a:buFont typeface="Wingdings 3" charset="2"/>
              <a:buChar char=""/>
            </a:pPr>
            <a:r>
              <a:rPr lang="uk-UA" sz="2200" b="1" u="none" strike="noStrike">
                <a:solidFill>
                  <a:schemeClr val="dk1">
                    <a:lumMod val="75000"/>
                    <a:lumOff val="25000"/>
                  </a:schemeClr>
                </a:solidFill>
                <a:effectLst/>
                <a:uFillTx/>
                <a:latin typeface="Times New Roman"/>
              </a:rPr>
              <a:t>Прийняття ризику </a:t>
            </a:r>
            <a:r>
              <a:rPr lang="uk-UA" sz="2200" b="0" u="none" strike="noStrike">
                <a:solidFill>
                  <a:schemeClr val="dk1">
                    <a:lumMod val="75000"/>
                    <a:lumOff val="25000"/>
                  </a:schemeClr>
                </a:solidFill>
                <a:effectLst/>
                <a:uFillTx/>
                <a:latin typeface="Times New Roman"/>
              </a:rPr>
              <a:t>означає, що команда проекту усвідомлено прийняла рішення не змінювати план управління проектом у зв'язку з ризиком або не знайшла підходящої стратегії реагування. Ми змушені приймати всі «невідомі ризики». Прийняття це те, що завжди відбувається, коли ми взагалі не керуємо ризиками. Якщо ж ми керуємо ризиками, то ми можемо страхувати ризики, закладаючи резерв оцінки терміну завершення та/або трудовитрат. Проактивне ставлення до прийнятих ризиків може полягати в розробці план реагування на ризики. Цей план може бути введено в дію тільки при заздалегідь визначених умовах, якщо є впевненість і достатню кількість ознак того, що цей план буде успішно виконаний. Важливо пам'ятати про вторинних ризики (</a:t>
            </a:r>
            <a:r>
              <a:rPr lang="pl-PL" sz="2200" b="0" u="none" strike="noStrike">
                <a:solidFill>
                  <a:schemeClr val="dk1">
                    <a:lumMod val="75000"/>
                    <a:lumOff val="25000"/>
                  </a:schemeClr>
                </a:solidFill>
                <a:effectLst/>
                <a:uFillTx/>
                <a:latin typeface="Times New Roman"/>
              </a:rPr>
              <a:t>Secondary Risks), </a:t>
            </a:r>
            <a:r>
              <a:rPr lang="uk-UA" sz="2200" b="0" u="none" strike="noStrike">
                <a:solidFill>
                  <a:schemeClr val="dk1">
                    <a:lumMod val="75000"/>
                    <a:lumOff val="25000"/>
                  </a:schemeClr>
                </a:solidFill>
                <a:effectLst/>
                <a:uFillTx/>
                <a:latin typeface="Times New Roman"/>
              </a:rPr>
              <a:t>що виникають в результаті застосування реагування на ризики, які теж повинні бути ідентифіковані, проаналізовано і при необхідності включені в список керованих ризиків. </a:t>
            </a:r>
            <a:endParaRPr lang="en-US" sz="22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1" name="Місце для вмісту 4"/>
          <p:cNvPicPr/>
          <p:nvPr/>
        </p:nvPicPr>
        <p:blipFill>
          <a:blip r:embed="rId1"/>
          <a:stretch/>
        </p:blipFill>
        <p:spPr>
          <a:xfrm>
            <a:off x="0" y="-28440"/>
            <a:ext cx="11007360" cy="6886080"/>
          </a:xfrm>
          <a:prstGeom prst="rect">
            <a:avLst/>
          </a:prstGeom>
          <a:noFill/>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p:nvPr>
        </p:nvSpPr>
        <p:spPr>
          <a:xfrm>
            <a:off x="452880" y="124200"/>
            <a:ext cx="8820720" cy="5916600"/>
          </a:xfrm>
          <a:prstGeom prst="rect">
            <a:avLst/>
          </a:prstGeom>
          <a:noFill/>
          <a:ln w="0">
            <a:noFill/>
          </a:ln>
        </p:spPr>
        <p:txBody>
          <a:bodyPr lIns="91440" tIns="45720" rIns="91440" bIns="45720" anchor="t">
            <a:noAutofit/>
          </a:bodyPr>
          <a:p>
            <a:pPr indent="0" algn="l" defTabSz="457200">
              <a:lnSpc>
                <a:spcPct val="100000"/>
              </a:lnSpc>
              <a:spcBef>
                <a:spcPts val="1001"/>
              </a:spcBef>
              <a:buNone/>
              <a:tabLst>
                <a:tab pos="0" algn="l"/>
              </a:tabLst>
            </a:pPr>
            <a:r>
              <a:rPr lang="uk-UA" sz="2000" b="1" u="none" strike="noStrike">
                <a:solidFill>
                  <a:schemeClr val="dk1">
                    <a:lumMod val="75000"/>
                    <a:lumOff val="25000"/>
                  </a:schemeClr>
                </a:solidFill>
                <a:effectLst/>
                <a:uFillTx/>
                <a:latin typeface="Times New Roman"/>
              </a:rPr>
              <a:t>До  вимог</a:t>
            </a:r>
            <a:r>
              <a:rPr lang="ru-RU" sz="2000" b="1" u="none" strike="noStrike">
                <a:solidFill>
                  <a:schemeClr val="dk1">
                    <a:lumMod val="75000"/>
                    <a:lumOff val="25000"/>
                  </a:schemeClr>
                </a:solidFill>
                <a:effectLst/>
                <a:uFillTx/>
                <a:latin typeface="Times New Roman"/>
              </a:rPr>
              <a:t>, </a:t>
            </a:r>
            <a:r>
              <a:rPr lang="uk-UA" sz="2000" b="1" u="none" strike="noStrike">
                <a:solidFill>
                  <a:schemeClr val="dk1">
                    <a:lumMod val="75000"/>
                    <a:lumOff val="25000"/>
                  </a:schemeClr>
                </a:solidFill>
                <a:effectLst/>
                <a:uFillTx/>
                <a:latin typeface="Times New Roman"/>
              </a:rPr>
              <a:t>які часто не враховуються,  можна віднести</a:t>
            </a:r>
            <a:r>
              <a:rPr lang="uk-UA" sz="2000" b="0" u="none" strike="noStrike">
                <a:solidFill>
                  <a:schemeClr val="dk1">
                    <a:lumMod val="75000"/>
                    <a:lumOff val="25000"/>
                  </a:schemeClr>
                </a:solidFill>
                <a:effectLst/>
                <a:uFillTx/>
                <a:latin typeface="Times New Roman"/>
              </a:rPr>
              <a:t>:</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 Функціональні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Програми установки, настройки конфігурації.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Міграція даних.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Інтерфейси із зовнішніми системами.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Довідкова система.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Загальносистемні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Продуктивність.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Надійність.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Відкритість.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Масштабованість.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Безпека.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Кросплатформенность. </a:t>
            </a:r>
            <a:endParaRPr lang="en-US" sz="20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000" b="0" u="none" strike="noStrike">
                <a:solidFill>
                  <a:schemeClr val="dk1">
                    <a:lumMod val="75000"/>
                    <a:lumOff val="25000"/>
                  </a:schemeClr>
                </a:solidFill>
                <a:effectLst/>
                <a:uFillTx/>
                <a:latin typeface="Times New Roman"/>
              </a:rPr>
              <a:t>• Ергономічність. </a:t>
            </a:r>
            <a:endParaRPr lang="en-US" sz="20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p:nvPr>
        </p:nvSpPr>
        <p:spPr>
          <a:xfrm>
            <a:off x="337320" y="470520"/>
            <a:ext cx="8936280" cy="5570640"/>
          </a:xfrm>
          <a:prstGeom prst="rect">
            <a:avLst/>
          </a:prstGeom>
          <a:noFill/>
          <a:ln w="0">
            <a:noFill/>
          </a:ln>
        </p:spPr>
        <p:txBody>
          <a:bodyPr lIns="91440" tIns="45720" rIns="91440" bIns="45720" anchor="t">
            <a:normAutofit/>
          </a:bodyPr>
          <a:p>
            <a:pPr indent="0" algn="l" defTabSz="457200">
              <a:lnSpc>
                <a:spcPct val="100000"/>
              </a:lnSpc>
              <a:spcBef>
                <a:spcPts val="1001"/>
              </a:spcBef>
              <a:buNone/>
              <a:tabLst>
                <a:tab pos="0" algn="l"/>
              </a:tabLst>
            </a:pPr>
            <a:r>
              <a:rPr lang="uk-UA" sz="2400" b="1" u="none" strike="noStrike">
                <a:solidFill>
                  <a:schemeClr val="dk1">
                    <a:lumMod val="75000"/>
                    <a:lumOff val="25000"/>
                  </a:schemeClr>
                </a:solidFill>
                <a:effectLst/>
                <a:uFillTx/>
                <a:latin typeface="Times New Roman"/>
              </a:rPr>
              <a:t>При плануванні робіт по проекту часто «забувають»:</a:t>
            </a:r>
            <a:endParaRPr lang="en-US" sz="24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400" b="0" u="none" strike="noStrike">
                <a:solidFill>
                  <a:schemeClr val="dk1">
                    <a:lumMod val="75000"/>
                    <a:lumOff val="25000"/>
                  </a:schemeClr>
                </a:solidFill>
                <a:effectLst/>
                <a:uFillTx/>
                <a:latin typeface="Times New Roman"/>
              </a:rPr>
              <a:t> • Навчання.</a:t>
            </a:r>
            <a:endParaRPr lang="en-US" sz="24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400" b="0" u="none" strike="noStrike">
                <a:solidFill>
                  <a:schemeClr val="dk1">
                    <a:lumMod val="75000"/>
                    <a:lumOff val="25000"/>
                  </a:schemeClr>
                </a:solidFill>
                <a:effectLst/>
                <a:uFillTx/>
                <a:latin typeface="Times New Roman"/>
              </a:rPr>
              <a:t> • Координація робіт. </a:t>
            </a:r>
            <a:endParaRPr lang="en-US" sz="24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400" b="0" u="none" strike="noStrike">
                <a:solidFill>
                  <a:schemeClr val="dk1">
                    <a:lumMod val="75000"/>
                    <a:lumOff val="25000"/>
                  </a:schemeClr>
                </a:solidFill>
                <a:effectLst/>
                <a:uFillTx/>
                <a:latin typeface="Times New Roman"/>
              </a:rPr>
              <a:t>• Уточнення вимог. </a:t>
            </a:r>
            <a:endParaRPr lang="en-US" sz="24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400" b="0" u="none" strike="noStrike">
                <a:solidFill>
                  <a:schemeClr val="dk1">
                    <a:lumMod val="75000"/>
                    <a:lumOff val="25000"/>
                  </a:schemeClr>
                </a:solidFill>
                <a:effectLst/>
                <a:uFillTx/>
                <a:latin typeface="Times New Roman"/>
              </a:rPr>
              <a:t>• Управління конфігураціями.</a:t>
            </a:r>
            <a:endParaRPr lang="en-US" sz="24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400" b="0" u="none" strike="noStrike">
                <a:solidFill>
                  <a:schemeClr val="dk1">
                    <a:lumMod val="75000"/>
                    <a:lumOff val="25000"/>
                  </a:schemeClr>
                </a:solidFill>
                <a:effectLst/>
                <a:uFillTx/>
                <a:latin typeface="Times New Roman"/>
              </a:rPr>
              <a:t> • Розробка і підтримка скриптів автоскладання. </a:t>
            </a:r>
            <a:endParaRPr lang="en-US" sz="24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400" b="0" u="none" strike="noStrike">
                <a:solidFill>
                  <a:schemeClr val="dk1">
                    <a:lumMod val="75000"/>
                    <a:lumOff val="25000"/>
                  </a:schemeClr>
                </a:solidFill>
                <a:effectLst/>
                <a:uFillTx/>
                <a:latin typeface="Times New Roman"/>
              </a:rPr>
              <a:t>• Розробка автотестів. </a:t>
            </a:r>
            <a:endParaRPr lang="en-US" sz="24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400" b="0" u="none" strike="noStrike">
                <a:solidFill>
                  <a:schemeClr val="dk1">
                    <a:lumMod val="75000"/>
                    <a:lumOff val="25000"/>
                  </a:schemeClr>
                </a:solidFill>
                <a:effectLst/>
                <a:uFillTx/>
                <a:latin typeface="Times New Roman"/>
              </a:rPr>
              <a:t>• Створення тестових даних. </a:t>
            </a:r>
            <a:endParaRPr lang="en-US" sz="2400" b="0" u="none" strike="noStrike">
              <a:solidFill>
                <a:schemeClr val="dk1">
                  <a:lumMod val="75000"/>
                  <a:lumOff val="25000"/>
                </a:schemeClr>
              </a:solidFill>
              <a:effectLst/>
              <a:uFillTx/>
              <a:latin typeface="Trebuchet MS"/>
            </a:endParaRPr>
          </a:p>
          <a:p>
            <a:pPr marL="343080" indent="-343080" algn="l" defTabSz="457200">
              <a:lnSpc>
                <a:spcPct val="100000"/>
              </a:lnSpc>
              <a:spcBef>
                <a:spcPts val="1001"/>
              </a:spcBef>
              <a:buClr>
                <a:srgbClr val="90C226"/>
              </a:buClr>
              <a:buSzPct val="80000"/>
              <a:buFont typeface="Wingdings 3" charset="2"/>
              <a:buChar char=""/>
              <a:tabLst>
                <a:tab pos="0" algn="l"/>
              </a:tabLst>
            </a:pPr>
            <a:r>
              <a:rPr lang="uk-UA" sz="2400" b="0" u="none" strike="noStrike">
                <a:solidFill>
                  <a:schemeClr val="dk1">
                    <a:lumMod val="75000"/>
                    <a:lumOff val="25000"/>
                  </a:schemeClr>
                </a:solidFill>
                <a:effectLst/>
                <a:uFillTx/>
                <a:latin typeface="Times New Roman"/>
              </a:rPr>
              <a:t>• Обробка запитів на зміни.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4" name="Місце для вмісту 4"/>
          <p:cNvPicPr/>
          <p:nvPr/>
        </p:nvPicPr>
        <p:blipFill>
          <a:blip r:embed="rId1"/>
          <a:stretch/>
        </p:blipFill>
        <p:spPr>
          <a:xfrm>
            <a:off x="0" y="0"/>
            <a:ext cx="11438280" cy="6835680"/>
          </a:xfrm>
          <a:prstGeom prst="rect">
            <a:avLst/>
          </a:prstGeom>
          <a:noFill/>
          <a:ln w="0">
            <a:noFill/>
          </a:ln>
        </p:spPr>
      </p:pic>
      <p:sp>
        <p:nvSpPr>
          <p:cNvPr id="335" name="TextBox 6"/>
          <p:cNvSpPr/>
          <p:nvPr/>
        </p:nvSpPr>
        <p:spPr>
          <a:xfrm>
            <a:off x="696600" y="5450760"/>
            <a:ext cx="10741680" cy="1323000"/>
          </a:xfrm>
          <a:prstGeom prst="rect">
            <a:avLst/>
          </a:prstGeom>
          <a:noFill/>
          <a:ln w="0">
            <a:noFill/>
          </a:ln>
        </p:spPr>
        <p:style>
          <a:lnRef idx="0"/>
          <a:fillRef idx="0"/>
          <a:effectRef idx="0"/>
          <a:fontRef idx="minor"/>
        </p:style>
        <p:txBody>
          <a:bodyPr lIns="90000" tIns="45000" rIns="90000" bIns="45000" anchor="t">
            <a:spAutoFit/>
          </a:bodyPr>
          <a:p>
            <a:pPr algn="just" defTabSz="457200">
              <a:lnSpc>
                <a:spcPct val="100000"/>
              </a:lnSpc>
            </a:pPr>
            <a:r>
              <a:rPr lang="uk-UA" sz="2000" b="0" u="none" strike="noStrike">
                <a:solidFill>
                  <a:schemeClr val="dk1"/>
                </a:solidFill>
                <a:effectLst/>
                <a:uFillTx/>
                <a:latin typeface="Times New Roman"/>
              </a:rPr>
              <a:t>На стадії ініціації проекту оцінка його трудомісткості має похибка від -50 до +100% . Це, якщо оцінка хороша! А якщо погана, то невизначеність, а отже, і ризики зірвати терміни і перевищити планову трудомісткість, можуть бути в рази більше. Якщо не докладати спеціальних зусиль цей «дамоклів меч» невизначеності буде висіти над проектом на всьому шляху.</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6" name="Місце для вмісту 4"/>
          <p:cNvPicPr/>
          <p:nvPr/>
        </p:nvPicPr>
        <p:blipFill>
          <a:blip r:embed="rId1"/>
          <a:stretch/>
        </p:blipFill>
        <p:spPr>
          <a:xfrm>
            <a:off x="16560" y="-21600"/>
            <a:ext cx="10875960" cy="6879240"/>
          </a:xfrm>
          <a:prstGeom prst="rect">
            <a:avLst/>
          </a:prstGeom>
          <a:noFill/>
          <a:ln w="0">
            <a:noFill/>
          </a:ln>
        </p:spPr>
      </p:pic>
      <p:sp>
        <p:nvSpPr>
          <p:cNvPr id="337" name="TextBox 6"/>
          <p:cNvSpPr/>
          <p:nvPr/>
        </p:nvSpPr>
        <p:spPr>
          <a:xfrm>
            <a:off x="7270920" y="115560"/>
            <a:ext cx="3897000" cy="5631840"/>
          </a:xfrm>
          <a:prstGeom prst="rect">
            <a:avLst/>
          </a:prstGeom>
          <a:noFill/>
          <a:ln w="0">
            <a:noFill/>
          </a:ln>
        </p:spPr>
        <p:style>
          <a:lnRef idx="0"/>
          <a:fillRef idx="0"/>
          <a:effectRef idx="0"/>
          <a:fontRef idx="minor"/>
        </p:style>
        <p:txBody>
          <a:bodyPr lIns="90000" tIns="45000" rIns="90000" bIns="45000" anchor="t">
            <a:spAutoFit/>
          </a:bodyPr>
          <a:p>
            <a:pPr algn="just" defTabSz="457200">
              <a:lnSpc>
                <a:spcPct val="100000"/>
              </a:lnSpc>
            </a:pPr>
            <a:r>
              <a:rPr lang="uk-UA" sz="2000" b="0" u="none" strike="noStrike">
                <a:solidFill>
                  <a:schemeClr val="dk1"/>
                </a:solidFill>
                <a:effectLst/>
                <a:uFillTx/>
                <a:latin typeface="Times New Roman"/>
              </a:rPr>
              <a:t>Відомо, що закон Парето застосуємо і до споживання обчислювальних ресурсів: 80% споживання ресурсів (час, пам'ять) припадає на 20% компонентів. Тому, необхідно реалізовувати архітектурно-значущі вимоги так само в першу чергу, створюючи «представницький» прототип майбутньої системи, який прострілює» весь стек, застосовуваних технологій. Прототип дозволить виміряти і оцінити загальносистемні властивості майбутнього продукту: швидкодія, надійність, масштабованість і ін. </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8" name="Місце для вмісту 4"/>
          <p:cNvPicPr/>
          <p:nvPr/>
        </p:nvPicPr>
        <p:blipFill>
          <a:blip r:embed="rId1"/>
          <a:stretch/>
        </p:blipFill>
        <p:spPr>
          <a:xfrm>
            <a:off x="0" y="0"/>
            <a:ext cx="11178360" cy="6889680"/>
          </a:xfrm>
          <a:prstGeom prst="rect">
            <a:avLst/>
          </a:prstGeom>
          <a:noFill/>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p:nvPr>
        </p:nvSpPr>
        <p:spPr>
          <a:xfrm>
            <a:off x="213120" y="142200"/>
            <a:ext cx="10776960" cy="6715440"/>
          </a:xfrm>
          <a:prstGeom prst="rect">
            <a:avLst/>
          </a:prstGeom>
          <a:noFill/>
          <a:ln w="0">
            <a:noFill/>
          </a:ln>
        </p:spPr>
        <p:txBody>
          <a:bodyPr lIns="91440" tIns="45720" rIns="91440" bIns="45720" anchor="t">
            <a:normAutofit lnSpcReduction="9999"/>
          </a:bodyPr>
          <a:p>
            <a:pPr marL="343080" indent="-343080" algn="just" defTabSz="457200">
              <a:lnSpc>
                <a:spcPct val="10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Опрацювання ключових функціональних вимог і детальне планування їх реалізації дозволяє зменшити розкид початкових оцінок, приблизно, в 2 рази: від -30 до +50%. Детальне проектування і розробка прототипу майбутньої системи дозволить отримати ще більш точні оцінки загальної трудомісткості: від -10% до +15%. Може виявитися так, що за результатами прототипування, уточнені оцінки сумарної трудомісткості виявляться неприйнятними. У цьому разі проект доведеться закрити достроково, але втрати при цьому будуть значно менші, ніж у випадку, якщо те ж саме станеться, коли проект вже в 2 рази перевищить первісну оцінку трудомісткості.</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0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 Якщо із замовником не вдається знайти взаємоприйнятне рішення при первісній оцінці проекту, то розумно спробувати домовитися про виконання проекту в 2 етапи з самостійним фінансуванням: </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0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1. Дослідження. Бізнес-аналіз, уточнення вимог, проектування і прототипироание рішення, уточнення сумарних оцінок трудовитрат. Ця робота, як правило, вимагає 10 % загальних трудовитрат і 20% часу всього проекту. </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00000"/>
              </a:lnSpc>
              <a:spcBef>
                <a:spcPts val="1001"/>
              </a:spcBef>
              <a:buClr>
                <a:srgbClr val="90C226"/>
              </a:buClr>
              <a:buSzPct val="80000"/>
              <a:buFont typeface="Wingdings 3" charset="2"/>
              <a:buChar char=""/>
            </a:pPr>
            <a:r>
              <a:rPr lang="uk-UA" sz="2400" b="0" u="none" strike="noStrike">
                <a:solidFill>
                  <a:schemeClr val="dk1">
                    <a:lumMod val="75000"/>
                    <a:lumOff val="25000"/>
                  </a:schemeClr>
                </a:solidFill>
                <a:effectLst/>
                <a:uFillTx/>
                <a:latin typeface="Times New Roman"/>
              </a:rPr>
              <a:t>2. Безпосередньо реалізація. Якщо уточнені оцінки трудовитрат виявляться прийнятними для замовника.</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0" name="Місце для вмісту 4"/>
          <p:cNvPicPr/>
          <p:nvPr/>
        </p:nvPicPr>
        <p:blipFill>
          <a:blip r:embed="rId1"/>
          <a:stretch/>
        </p:blipFill>
        <p:spPr>
          <a:xfrm>
            <a:off x="11160" y="8280"/>
            <a:ext cx="11147760" cy="6879240"/>
          </a:xfrm>
          <a:prstGeom prst="rect">
            <a:avLst/>
          </a:prstGeom>
          <a:noFill/>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p:nvPr>
        </p:nvSpPr>
        <p:spPr>
          <a:xfrm>
            <a:off x="434880" y="399600"/>
            <a:ext cx="8838720" cy="5641560"/>
          </a:xfrm>
          <a:prstGeom prst="rect">
            <a:avLst/>
          </a:prstGeom>
          <a:noFill/>
          <a:ln w="0">
            <a:noFill/>
          </a:ln>
        </p:spPr>
        <p:txBody>
          <a:bodyPr lIns="91440" tIns="45720" rIns="91440" bIns="45720" anchor="t">
            <a:normAutofit/>
          </a:bodyPr>
          <a:p>
            <a:pPr marL="343080" indent="-343080" algn="just" defTabSz="457200">
              <a:lnSpc>
                <a:spcPct val="150000"/>
              </a:lnSpc>
              <a:spcBef>
                <a:spcPts val="1001"/>
              </a:spcBef>
              <a:buClr>
                <a:srgbClr val="90C226"/>
              </a:buClr>
              <a:buSzPct val="80000"/>
              <a:buFont typeface="Wingdings 3" charset="2"/>
              <a:buChar char=""/>
            </a:pPr>
            <a:r>
              <a:rPr lang="uk-UA" sz="2400" b="1" u="none" strike="noStrike">
                <a:solidFill>
                  <a:schemeClr val="dk1">
                    <a:lumMod val="75000"/>
                    <a:lumOff val="25000"/>
                  </a:schemeClr>
                </a:solidFill>
                <a:effectLst/>
                <a:uFillTx/>
                <a:latin typeface="Times New Roman"/>
              </a:rPr>
              <a:t>Перегляд ризиків </a:t>
            </a:r>
            <a:r>
              <a:rPr lang="uk-UA" sz="2400" b="0" u="none" strike="noStrike">
                <a:solidFill>
                  <a:schemeClr val="dk1">
                    <a:lumMod val="75000"/>
                    <a:lumOff val="25000"/>
                  </a:schemeClr>
                </a:solidFill>
                <a:effectLst/>
                <a:uFillTx/>
                <a:latin typeface="Times New Roman"/>
              </a:rPr>
              <a:t>повинен проводитися регулярно, згідно з розкладом. Управління ризиками проекту має бути одним із пунктів порядку денного всіх нарад команди проекту. Непогано починати кожен статус мітинг з питання: «Ну і які ще неприємності нас очікують?» Ідентифікація нових ризиків, перегляд відомих ризиків відбувається з використанням процесів, описаних раніше.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p:nvPr>
        </p:nvSpPr>
        <p:spPr>
          <a:xfrm>
            <a:off x="461520" y="213120"/>
            <a:ext cx="10928160" cy="6152040"/>
          </a:xfrm>
          <a:prstGeom prst="rect">
            <a:avLst/>
          </a:prstGeom>
          <a:noFill/>
          <a:ln w="0">
            <a:noFill/>
          </a:ln>
        </p:spPr>
        <p:txBody>
          <a:bodyPr lIns="91440" tIns="45720" rIns="91440" bIns="45720" anchor="t">
            <a:noAutofit/>
          </a:bodyPr>
          <a:p>
            <a:pPr marL="343080" indent="-343080" algn="just" defTabSz="457200">
              <a:lnSpc>
                <a:spcPct val="150000"/>
              </a:lnSpc>
              <a:buClr>
                <a:srgbClr val="90C226"/>
              </a:buClr>
              <a:buSzPct val="80000"/>
              <a:buFont typeface="Wingdings 3" charset="2"/>
              <a:buChar char=""/>
            </a:pPr>
            <a:r>
              <a:rPr lang="uk-UA" sz="2400" b="1" u="none" strike="noStrike">
                <a:solidFill>
                  <a:schemeClr val="dk1">
                    <a:lumMod val="75000"/>
                    <a:lumOff val="25000"/>
                  </a:schemeClr>
                </a:solidFill>
                <a:effectLst/>
                <a:uFillTx/>
                <a:latin typeface="Times New Roman"/>
              </a:rPr>
              <a:t>Аудит ризиків </a:t>
            </a:r>
            <a:r>
              <a:rPr lang="uk-UA" sz="2400" b="0" u="none" strike="noStrike">
                <a:solidFill>
                  <a:schemeClr val="dk1">
                    <a:lumMod val="75000"/>
                    <a:lumOff val="25000"/>
                  </a:schemeClr>
                </a:solidFill>
                <a:effectLst/>
                <a:uFillTx/>
                <a:latin typeface="Times New Roman"/>
              </a:rPr>
              <a:t>передбачає вивчення і надання в документальному вигляді результатів оцінки ефективності заходів реагування на ризики, що відносяться до ідентифікованим ризиків, вивчення основних причин їх виникнення, а також оцінку ефективності процесу управління ризиками. </a:t>
            </a:r>
            <a:endParaRPr lang="en-US" sz="2400" b="0" u="none" strike="noStrike">
              <a:solidFill>
                <a:schemeClr val="dk1">
                  <a:lumMod val="75000"/>
                  <a:lumOff val="25000"/>
                </a:schemeClr>
              </a:solidFill>
              <a:effectLst/>
              <a:uFillTx/>
              <a:latin typeface="Trebuchet MS"/>
            </a:endParaRPr>
          </a:p>
          <a:p>
            <a:pPr marL="343080" indent="-343080" algn="just" defTabSz="457200">
              <a:lnSpc>
                <a:spcPct val="150000"/>
              </a:lnSpc>
              <a:buClr>
                <a:srgbClr val="90C226"/>
              </a:buClr>
              <a:buSzPct val="80000"/>
              <a:buFont typeface="Wingdings 3" charset="2"/>
              <a:buChar char=""/>
            </a:pPr>
            <a:r>
              <a:rPr lang="uk-UA" sz="2400" b="1" u="none" strike="noStrike">
                <a:solidFill>
                  <a:schemeClr val="dk1">
                    <a:lumMod val="75000"/>
                    <a:lumOff val="25000"/>
                  </a:schemeClr>
                </a:solidFill>
                <a:effectLst/>
                <a:uFillTx/>
                <a:latin typeface="Times New Roman"/>
              </a:rPr>
              <a:t>Тренди в процесі </a:t>
            </a:r>
            <a:r>
              <a:rPr lang="uk-UA" sz="2400" b="0" u="none" strike="noStrike">
                <a:solidFill>
                  <a:schemeClr val="dk1">
                    <a:lumMod val="75000"/>
                    <a:lumOff val="25000"/>
                  </a:schemeClr>
                </a:solidFill>
                <a:effectLst/>
                <a:uFillTx/>
                <a:latin typeface="Times New Roman"/>
              </a:rPr>
              <a:t>виконання проекту підлягають перевірці з використанням даних про виконання. Для моніторингу виконання всього проекту можуть використовуватися аналіз освоєного обсягу та інші методи аналізу відхилень проекту і трендів. На підставі виходів цих аналізів можна прогнозувати потенційні відхилення проекту на момент його завершення за показниками вартості і розкладу. Відхилення від базового плану можуть вказувати на наслідки, викликані як погрозами, так і сприятливими можливостями.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p>
            <a:pPr indent="0" algn="ctr" defTabSz="457200">
              <a:lnSpc>
                <a:spcPct val="100000"/>
              </a:lnSpc>
              <a:buNone/>
            </a:pPr>
            <a:r>
              <a:rPr lang="uk-UA" sz="3600" b="0" u="none" strike="noStrike">
                <a:solidFill>
                  <a:schemeClr val="accent1"/>
                </a:solidFill>
                <a:effectLst/>
                <a:uFillTx/>
                <a:latin typeface="Trebuchet MS"/>
              </a:rPr>
              <a:t>ВИСНОВОК</a:t>
            </a:r>
            <a:endParaRPr lang="en-US" sz="3600" b="0" u="none" strike="noStrike">
              <a:solidFill>
                <a:schemeClr val="accent1"/>
              </a:solidFill>
              <a:effectLst/>
              <a:uFillTx/>
              <a:latin typeface="Trebuchet MS"/>
            </a:endParaRPr>
          </a:p>
        </p:txBody>
      </p:sp>
      <p:sp>
        <p:nvSpPr>
          <p:cNvPr id="344" name="PlaceHolder 2"/>
          <p:cNvSpPr>
            <a:spLocks noGrp="1"/>
          </p:cNvSpPr>
          <p:nvPr>
            <p:ph/>
          </p:nvPr>
        </p:nvSpPr>
        <p:spPr>
          <a:xfrm>
            <a:off x="677160" y="2160720"/>
            <a:ext cx="8596440" cy="3880440"/>
          </a:xfrm>
          <a:prstGeom prst="rect">
            <a:avLst/>
          </a:prstGeom>
          <a:noFill/>
          <a:ln w="0">
            <a:noFill/>
          </a:ln>
        </p:spPr>
        <p:txBody>
          <a:bodyPr lIns="91440" tIns="45720" rIns="91440" bIns="45720" anchor="t">
            <a:normAutofit/>
          </a:bodyPr>
          <a:p>
            <a:pPr marL="343080" indent="-343080" algn="just" defTabSz="457200">
              <a:lnSpc>
                <a:spcPct val="150000"/>
              </a:lnSpc>
              <a:spcBef>
                <a:spcPts val="1001"/>
              </a:spcBef>
              <a:buClr>
                <a:srgbClr val="90C226"/>
              </a:buClr>
              <a:buSzPct val="80000"/>
              <a:buFont typeface="Wingdings 3" charset="2"/>
              <a:buChar char=""/>
            </a:pPr>
            <a:r>
              <a:rPr lang="ru-RU" sz="2400" b="0" u="none" strike="noStrike">
                <a:solidFill>
                  <a:schemeClr val="dk1">
                    <a:lumMod val="75000"/>
                    <a:lumOff val="25000"/>
                  </a:schemeClr>
                </a:solidFill>
                <a:effectLst/>
                <a:uFillTx/>
                <a:latin typeface="Times New Roman"/>
              </a:rPr>
              <a:t>Цілі управління ризиками проекту — зниження ймовірності виникнення та/або значущості впливу несприятливих для проекту подій. </a:t>
            </a:r>
            <a:endParaRPr lang="en-US" sz="2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677160" y="609480"/>
            <a:ext cx="8596440" cy="1320480"/>
          </a:xfrm>
          <a:prstGeom prst="rect">
            <a:avLst/>
          </a:prstGeom>
          <a:noFill/>
          <a:ln w="0">
            <a:noFill/>
          </a:ln>
        </p:spPr>
        <p:txBody>
          <a:bodyPr lIns="91440" tIns="45720" rIns="91440" bIns="45720" anchor="t">
            <a:noAutofit/>
          </a:bodyPr>
          <a:p>
            <a:pPr indent="0" algn="l" defTabSz="457200">
              <a:buNone/>
            </a:pPr>
            <a:endParaRPr lang="en-US" sz="3600" b="0" u="none" strike="noStrike">
              <a:solidFill>
                <a:schemeClr val="accent1"/>
              </a:solidFill>
              <a:effectLst/>
              <a:uFillTx/>
              <a:latin typeface="Trebuchet MS"/>
            </a:endParaRPr>
          </a:p>
        </p:txBody>
      </p:sp>
      <p:sp>
        <p:nvSpPr>
          <p:cNvPr id="346" name="PlaceHolder 2"/>
          <p:cNvSpPr>
            <a:spLocks noGrp="1"/>
          </p:cNvSpPr>
          <p:nvPr>
            <p:ph/>
          </p:nvPr>
        </p:nvSpPr>
        <p:spPr>
          <a:xfrm>
            <a:off x="677160" y="2160720"/>
            <a:ext cx="8596440" cy="3880440"/>
          </a:xfrm>
          <a:prstGeom prst="rect">
            <a:avLst/>
          </a:prstGeom>
          <a:noFill/>
          <a:ln w="0">
            <a:noFill/>
          </a:ln>
        </p:spPr>
        <p:txBody>
          <a:bodyPr lIns="91440" tIns="45720" rIns="91440" bIns="45720" anchor="t">
            <a:normAutofit/>
          </a:bodyPr>
          <a:p>
            <a:pPr indent="0" algn="ctr" defTabSz="457200">
              <a:lnSpc>
                <a:spcPct val="100000"/>
              </a:lnSpc>
              <a:spcBef>
                <a:spcPts val="1001"/>
              </a:spcBef>
              <a:buNone/>
              <a:tabLst>
                <a:tab pos="0" algn="l"/>
              </a:tabLst>
            </a:pPr>
            <a:r>
              <a:rPr lang="uk-UA" sz="5400" b="0" u="none" strike="noStrike">
                <a:solidFill>
                  <a:schemeClr val="dk2">
                    <a:lumMod val="75000"/>
                  </a:schemeClr>
                </a:solidFill>
                <a:effectLst/>
                <a:uFillTx/>
                <a:latin typeface="Times New Roman"/>
              </a:rPr>
              <a:t>ДЯКУЮ</a:t>
            </a:r>
            <a:endParaRPr lang="en-US" sz="5400" b="0" u="none" strike="noStrike">
              <a:solidFill>
                <a:schemeClr val="dk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Грань">
  <a:themeElements>
    <a:clrScheme name="Грань">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Грань">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Грань">
  <a:themeElements>
    <a:clrScheme name="Грань">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Грань">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208</TotalTime>
  <Application>LibreOffice/26.2.3.2$Linux_X86_64 LibreOffice_project/620$Build-2</Application>
  <AppVersion>15.0000</AppVersion>
  <Words>2200</Words>
  <Paragraphs>64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2025-05-04T11:25:04Z</dcterms:created>
  <dc:creator>Olena Korchynska</dc:creator>
  <dc:description/>
  <dc:language>en-US</dc:language>
  <cp:lastModifiedBy>Olena Korchynska</cp:lastModifiedBy>
  <dcterms:modified xsi:type="dcterms:W3CDTF">2025-05-14T12:54:53Z</dcterms:modified>
  <cp:revision>54</cp:revision>
  <dc:subject/>
  <dc:title>Презентація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Широкий екран</vt:lpwstr>
  </property>
  <property fmtid="{D5CDD505-2E9C-101B-9397-08002B2CF9AE}" pid="3" name="Slides">
    <vt:r8>48</vt:r8>
  </property>
</Properties>
</file>